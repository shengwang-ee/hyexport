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5" r:id="rId2"/>
    <p:sldId id="406" r:id="rId3"/>
    <p:sldId id="408" r:id="rId4"/>
    <p:sldId id="40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F136BF-083E-4B09-A08F-1D21653FCD00}" v="48" dt="2025-02-12T16:52:04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51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ng Wang" userId="79a1b406-dea6-4665-9dbe-c2806ed1c799" providerId="ADAL" clId="{1A191FE7-DA60-4788-80D0-C52B134E03DC}"/>
    <pc:docChg chg="undo custSel modSld">
      <pc:chgData name="Sheng Wang" userId="79a1b406-dea6-4665-9dbe-c2806ed1c799" providerId="ADAL" clId="{1A191FE7-DA60-4788-80D0-C52B134E03DC}" dt="2024-08-02T13:41:58.239" v="20"/>
      <pc:docMkLst>
        <pc:docMk/>
      </pc:docMkLst>
      <pc:sldChg chg="modSp mod">
        <pc:chgData name="Sheng Wang" userId="79a1b406-dea6-4665-9dbe-c2806ed1c799" providerId="ADAL" clId="{1A191FE7-DA60-4788-80D0-C52B134E03DC}" dt="2024-08-02T13:41:58.239" v="20"/>
        <pc:sldMkLst>
          <pc:docMk/>
          <pc:sldMk cId="3390449641" sldId="405"/>
        </pc:sldMkLst>
        <pc:spChg chg="mod">
          <ac:chgData name="Sheng Wang" userId="79a1b406-dea6-4665-9dbe-c2806ed1c799" providerId="ADAL" clId="{1A191FE7-DA60-4788-80D0-C52B134E03DC}" dt="2024-08-02T13:41:58.239" v="20"/>
          <ac:spMkLst>
            <pc:docMk/>
            <pc:sldMk cId="3390449641" sldId="405"/>
            <ac:spMk id="114" creationId="{1B4BD77C-B767-C31F-FE3C-C46DB0586E2A}"/>
          </ac:spMkLst>
        </pc:spChg>
        <pc:spChg chg="mod">
          <ac:chgData name="Sheng Wang" userId="79a1b406-dea6-4665-9dbe-c2806ed1c799" providerId="ADAL" clId="{1A191FE7-DA60-4788-80D0-C52B134E03DC}" dt="2024-08-02T13:37:41.279" v="3"/>
          <ac:spMkLst>
            <pc:docMk/>
            <pc:sldMk cId="3390449641" sldId="405"/>
            <ac:spMk id="115" creationId="{59E51B8B-B976-AFAE-D385-9B8BBCBA4420}"/>
          </ac:spMkLst>
        </pc:spChg>
        <pc:spChg chg="mod">
          <ac:chgData name="Sheng Wang" userId="79a1b406-dea6-4665-9dbe-c2806ed1c799" providerId="ADAL" clId="{1A191FE7-DA60-4788-80D0-C52B134E03DC}" dt="2024-08-02T13:41:43.184" v="10" actId="108"/>
          <ac:spMkLst>
            <pc:docMk/>
            <pc:sldMk cId="3390449641" sldId="405"/>
            <ac:spMk id="116" creationId="{46B1B8A6-BAC8-18E7-47D3-8F5BCB285270}"/>
          </ac:spMkLst>
        </pc:spChg>
        <pc:spChg chg="mod">
          <ac:chgData name="Sheng Wang" userId="79a1b406-dea6-4665-9dbe-c2806ed1c799" providerId="ADAL" clId="{1A191FE7-DA60-4788-80D0-C52B134E03DC}" dt="2024-08-02T13:41:38.223" v="7"/>
          <ac:spMkLst>
            <pc:docMk/>
            <pc:sldMk cId="3390449641" sldId="405"/>
            <ac:spMk id="141" creationId="{122B153B-4480-5F78-B39A-EF7B650E2545}"/>
          </ac:spMkLst>
        </pc:spChg>
        <pc:spChg chg="mod">
          <ac:chgData name="Sheng Wang" userId="79a1b406-dea6-4665-9dbe-c2806ed1c799" providerId="ADAL" clId="{1A191FE7-DA60-4788-80D0-C52B134E03DC}" dt="2024-08-02T13:41:45.680" v="12"/>
          <ac:spMkLst>
            <pc:docMk/>
            <pc:sldMk cId="3390449641" sldId="405"/>
            <ac:spMk id="142" creationId="{025F2C96-3149-F742-5DA1-A563351C71A9}"/>
          </ac:spMkLst>
        </pc:spChg>
        <pc:spChg chg="mod">
          <ac:chgData name="Sheng Wang" userId="79a1b406-dea6-4665-9dbe-c2806ed1c799" providerId="ADAL" clId="{1A191FE7-DA60-4788-80D0-C52B134E03DC}" dt="2024-08-02T13:40:39.616" v="5"/>
          <ac:spMkLst>
            <pc:docMk/>
            <pc:sldMk cId="3390449641" sldId="405"/>
            <ac:spMk id="144" creationId="{B88E307F-5457-A248-C743-9F6EA36F72B3}"/>
          </ac:spMkLst>
        </pc:spChg>
        <pc:spChg chg="mod">
          <ac:chgData name="Sheng Wang" userId="79a1b406-dea6-4665-9dbe-c2806ed1c799" providerId="ADAL" clId="{1A191FE7-DA60-4788-80D0-C52B134E03DC}" dt="2024-08-02T13:41:47.295" v="14"/>
          <ac:spMkLst>
            <pc:docMk/>
            <pc:sldMk cId="3390449641" sldId="405"/>
            <ac:spMk id="146" creationId="{96C4C546-DC54-99C1-EB5E-052CDE97D689}"/>
          </ac:spMkLst>
        </pc:spChg>
        <pc:spChg chg="mod">
          <ac:chgData name="Sheng Wang" userId="79a1b406-dea6-4665-9dbe-c2806ed1c799" providerId="ADAL" clId="{1A191FE7-DA60-4788-80D0-C52B134E03DC}" dt="2024-08-02T13:41:48.560" v="16"/>
          <ac:spMkLst>
            <pc:docMk/>
            <pc:sldMk cId="3390449641" sldId="405"/>
            <ac:spMk id="148" creationId="{EE35EC93-50E8-D879-153D-D7C84545BC1B}"/>
          </ac:spMkLst>
        </pc:spChg>
        <pc:spChg chg="mod">
          <ac:chgData name="Sheng Wang" userId="79a1b406-dea6-4665-9dbe-c2806ed1c799" providerId="ADAL" clId="{1A191FE7-DA60-4788-80D0-C52B134E03DC}" dt="2024-08-02T13:41:49.615" v="18"/>
          <ac:spMkLst>
            <pc:docMk/>
            <pc:sldMk cId="3390449641" sldId="405"/>
            <ac:spMk id="149" creationId="{2D9D7271-E69B-2568-D012-33BE2ACD89EC}"/>
          </ac:spMkLst>
        </pc:spChg>
      </pc:sldChg>
    </pc:docChg>
  </pc:docChgLst>
  <pc:docChgLst>
    <pc:chgData name="Sheng Wang" userId="79a1b406-dea6-4665-9dbe-c2806ed1c799" providerId="ADAL" clId="{92D3AD6C-A176-4BBD-B0A6-BCB87BCE83E3}"/>
    <pc:docChg chg="undo custSel addSld delSld modSld">
      <pc:chgData name="Sheng Wang" userId="79a1b406-dea6-4665-9dbe-c2806ed1c799" providerId="ADAL" clId="{92D3AD6C-A176-4BBD-B0A6-BCB87BCE83E3}" dt="2024-07-13T18:36:47.978" v="203" actId="20577"/>
      <pc:docMkLst>
        <pc:docMk/>
      </pc:docMkLst>
      <pc:sldChg chg="new del">
        <pc:chgData name="Sheng Wang" userId="79a1b406-dea6-4665-9dbe-c2806ed1c799" providerId="ADAL" clId="{92D3AD6C-A176-4BBD-B0A6-BCB87BCE83E3}" dt="2024-07-13T18:02:08.970" v="2" actId="47"/>
        <pc:sldMkLst>
          <pc:docMk/>
          <pc:sldMk cId="2691863181" sldId="256"/>
        </pc:sldMkLst>
      </pc:sldChg>
      <pc:sldChg chg="addSp delSp modSp add mod">
        <pc:chgData name="Sheng Wang" userId="79a1b406-dea6-4665-9dbe-c2806ed1c799" providerId="ADAL" clId="{92D3AD6C-A176-4BBD-B0A6-BCB87BCE83E3}" dt="2024-07-13T18:36:47.978" v="203" actId="20577"/>
        <pc:sldMkLst>
          <pc:docMk/>
          <pc:sldMk cId="3390449641" sldId="405"/>
        </pc:sldMkLst>
        <pc:spChg chg="del">
          <ac:chgData name="Sheng Wang" userId="79a1b406-dea6-4665-9dbe-c2806ed1c799" providerId="ADAL" clId="{92D3AD6C-A176-4BBD-B0A6-BCB87BCE83E3}" dt="2024-07-13T18:02:13.446" v="4" actId="478"/>
          <ac:spMkLst>
            <pc:docMk/>
            <pc:sldMk cId="3390449641" sldId="405"/>
            <ac:spMk id="2" creationId="{3E80B0E1-DC7C-06C9-8202-94B06AEFDCF3}"/>
          </ac:spMkLst>
        </pc:spChg>
        <pc:spChg chg="add del mod">
          <ac:chgData name="Sheng Wang" userId="79a1b406-dea6-4665-9dbe-c2806ed1c799" providerId="ADAL" clId="{92D3AD6C-A176-4BBD-B0A6-BCB87BCE83E3}" dt="2024-07-13T18:28:12.515" v="70" actId="478"/>
          <ac:spMkLst>
            <pc:docMk/>
            <pc:sldMk cId="3390449641" sldId="405"/>
            <ac:spMk id="3" creationId="{AEB11718-904C-3328-680A-CF374668069F}"/>
          </ac:spMkLst>
        </pc:spChg>
        <pc:spChg chg="add del mod">
          <ac:chgData name="Sheng Wang" userId="79a1b406-dea6-4665-9dbe-c2806ed1c799" providerId="ADAL" clId="{92D3AD6C-A176-4BBD-B0A6-BCB87BCE83E3}" dt="2024-07-13T18:28:12.515" v="70" actId="478"/>
          <ac:spMkLst>
            <pc:docMk/>
            <pc:sldMk cId="3390449641" sldId="405"/>
            <ac:spMk id="4" creationId="{D9247CCB-46D2-79A4-5DB7-D642BBEE7F4C}"/>
          </ac:spMkLst>
        </pc:spChg>
        <pc:spChg chg="add del mod">
          <ac:chgData name="Sheng Wang" userId="79a1b406-dea6-4665-9dbe-c2806ed1c799" providerId="ADAL" clId="{92D3AD6C-A176-4BBD-B0A6-BCB87BCE83E3}" dt="2024-07-13T18:28:12.515" v="70" actId="478"/>
          <ac:spMkLst>
            <pc:docMk/>
            <pc:sldMk cId="3390449641" sldId="405"/>
            <ac:spMk id="5" creationId="{4A0BCEF7-C3C3-01C8-6500-54DD2505B413}"/>
          </ac:spMkLst>
        </pc:spChg>
        <pc:spChg chg="add del mod">
          <ac:chgData name="Sheng Wang" userId="79a1b406-dea6-4665-9dbe-c2806ed1c799" providerId="ADAL" clId="{92D3AD6C-A176-4BBD-B0A6-BCB87BCE83E3}" dt="2024-07-13T18:28:12.515" v="70" actId="478"/>
          <ac:spMkLst>
            <pc:docMk/>
            <pc:sldMk cId="3390449641" sldId="405"/>
            <ac:spMk id="6" creationId="{0D162631-2822-CF8F-E95F-5ADAA440AE01}"/>
          </ac:spMkLst>
        </pc:spChg>
        <pc:spChg chg="add mod topLvl">
          <ac:chgData name="Sheng Wang" userId="79a1b406-dea6-4665-9dbe-c2806ed1c799" providerId="ADAL" clId="{92D3AD6C-A176-4BBD-B0A6-BCB87BCE83E3}" dt="2024-07-13T18:26:45.740" v="55" actId="164"/>
          <ac:spMkLst>
            <pc:docMk/>
            <pc:sldMk cId="3390449641" sldId="405"/>
            <ac:spMk id="7" creationId="{C7654FF9-55DD-976B-18AE-DFD5E03990F5}"/>
          </ac:spMkLst>
        </pc:spChg>
        <pc:spChg chg="add mod topLvl">
          <ac:chgData name="Sheng Wang" userId="79a1b406-dea6-4665-9dbe-c2806ed1c799" providerId="ADAL" clId="{92D3AD6C-A176-4BBD-B0A6-BCB87BCE83E3}" dt="2024-07-13T18:26:45.740" v="55" actId="164"/>
          <ac:spMkLst>
            <pc:docMk/>
            <pc:sldMk cId="3390449641" sldId="405"/>
            <ac:spMk id="8" creationId="{D2420372-B675-5D40-0367-2CF02F4BD249}"/>
          </ac:spMkLst>
        </pc:spChg>
        <pc:spChg chg="add mod topLvl">
          <ac:chgData name="Sheng Wang" userId="79a1b406-dea6-4665-9dbe-c2806ed1c799" providerId="ADAL" clId="{92D3AD6C-A176-4BBD-B0A6-BCB87BCE83E3}" dt="2024-07-13T18:26:45.740" v="55" actId="164"/>
          <ac:spMkLst>
            <pc:docMk/>
            <pc:sldMk cId="3390449641" sldId="405"/>
            <ac:spMk id="9" creationId="{CA8686D2-0B21-EA8D-1B42-7B67F70F3ADD}"/>
          </ac:spMkLst>
        </pc:spChg>
        <pc:spChg chg="add mod topLvl">
          <ac:chgData name="Sheng Wang" userId="79a1b406-dea6-4665-9dbe-c2806ed1c799" providerId="ADAL" clId="{92D3AD6C-A176-4BBD-B0A6-BCB87BCE83E3}" dt="2024-07-13T18:26:45.740" v="55" actId="164"/>
          <ac:spMkLst>
            <pc:docMk/>
            <pc:sldMk cId="3390449641" sldId="405"/>
            <ac:spMk id="10" creationId="{2EF4B5FC-8321-E24B-BDA6-D01267A68723}"/>
          </ac:spMkLst>
        </pc:spChg>
        <pc:spChg chg="mod">
          <ac:chgData name="Sheng Wang" userId="79a1b406-dea6-4665-9dbe-c2806ed1c799" providerId="ADAL" clId="{92D3AD6C-A176-4BBD-B0A6-BCB87BCE83E3}" dt="2024-07-13T18:27:16.378" v="58" actId="571"/>
          <ac:spMkLst>
            <pc:docMk/>
            <pc:sldMk cId="3390449641" sldId="405"/>
            <ac:spMk id="15" creationId="{A6E72684-2E66-E92A-5651-1EA01C8AC2D4}"/>
          </ac:spMkLst>
        </pc:spChg>
        <pc:spChg chg="mod">
          <ac:chgData name="Sheng Wang" userId="79a1b406-dea6-4665-9dbe-c2806ed1c799" providerId="ADAL" clId="{92D3AD6C-A176-4BBD-B0A6-BCB87BCE83E3}" dt="2024-07-13T18:27:16.378" v="58" actId="571"/>
          <ac:spMkLst>
            <pc:docMk/>
            <pc:sldMk cId="3390449641" sldId="405"/>
            <ac:spMk id="16" creationId="{67D9A6A4-D426-9516-BCC7-84482A0D4B94}"/>
          </ac:spMkLst>
        </pc:spChg>
        <pc:spChg chg="mod">
          <ac:chgData name="Sheng Wang" userId="79a1b406-dea6-4665-9dbe-c2806ed1c799" providerId="ADAL" clId="{92D3AD6C-A176-4BBD-B0A6-BCB87BCE83E3}" dt="2024-07-13T18:27:16.378" v="58" actId="571"/>
          <ac:spMkLst>
            <pc:docMk/>
            <pc:sldMk cId="3390449641" sldId="405"/>
            <ac:spMk id="17" creationId="{2BB9DBB9-E32E-341F-75C3-7E3EF7622011}"/>
          </ac:spMkLst>
        </pc:spChg>
        <pc:spChg chg="mod">
          <ac:chgData name="Sheng Wang" userId="79a1b406-dea6-4665-9dbe-c2806ed1c799" providerId="ADAL" clId="{92D3AD6C-A176-4BBD-B0A6-BCB87BCE83E3}" dt="2024-07-13T18:27:16.378" v="58" actId="571"/>
          <ac:spMkLst>
            <pc:docMk/>
            <pc:sldMk cId="3390449641" sldId="405"/>
            <ac:spMk id="18" creationId="{A56BB480-B399-17B2-3E59-1BA46D16B511}"/>
          </ac:spMkLst>
        </pc:spChg>
        <pc:spChg chg="mod">
          <ac:chgData name="Sheng Wang" userId="79a1b406-dea6-4665-9dbe-c2806ed1c799" providerId="ADAL" clId="{92D3AD6C-A176-4BBD-B0A6-BCB87BCE83E3}" dt="2024-07-13T18:27:20.761" v="59" actId="571"/>
          <ac:spMkLst>
            <pc:docMk/>
            <pc:sldMk cId="3390449641" sldId="405"/>
            <ac:spMk id="20" creationId="{70C76F08-B813-4221-16A1-8E4268C2265F}"/>
          </ac:spMkLst>
        </pc:spChg>
        <pc:spChg chg="mod">
          <ac:chgData name="Sheng Wang" userId="79a1b406-dea6-4665-9dbe-c2806ed1c799" providerId="ADAL" clId="{92D3AD6C-A176-4BBD-B0A6-BCB87BCE83E3}" dt="2024-07-13T18:27:20.761" v="59" actId="571"/>
          <ac:spMkLst>
            <pc:docMk/>
            <pc:sldMk cId="3390449641" sldId="405"/>
            <ac:spMk id="21" creationId="{7D593E79-EDFC-0231-3F64-208968D02F9F}"/>
          </ac:spMkLst>
        </pc:spChg>
        <pc:spChg chg="mod">
          <ac:chgData name="Sheng Wang" userId="79a1b406-dea6-4665-9dbe-c2806ed1c799" providerId="ADAL" clId="{92D3AD6C-A176-4BBD-B0A6-BCB87BCE83E3}" dt="2024-07-13T18:27:20.761" v="59" actId="571"/>
          <ac:spMkLst>
            <pc:docMk/>
            <pc:sldMk cId="3390449641" sldId="405"/>
            <ac:spMk id="22" creationId="{C99EB0AC-7E5A-D5A4-F0B8-5F3177DFD31A}"/>
          </ac:spMkLst>
        </pc:spChg>
        <pc:spChg chg="mod">
          <ac:chgData name="Sheng Wang" userId="79a1b406-dea6-4665-9dbe-c2806ed1c799" providerId="ADAL" clId="{92D3AD6C-A176-4BBD-B0A6-BCB87BCE83E3}" dt="2024-07-13T18:27:20.761" v="59" actId="571"/>
          <ac:spMkLst>
            <pc:docMk/>
            <pc:sldMk cId="3390449641" sldId="405"/>
            <ac:spMk id="23" creationId="{2D28B106-0D43-D692-3EAF-35B4DFB2665A}"/>
          </ac:spMkLst>
        </pc:spChg>
        <pc:spChg chg="mod">
          <ac:chgData name="Sheng Wang" userId="79a1b406-dea6-4665-9dbe-c2806ed1c799" providerId="ADAL" clId="{92D3AD6C-A176-4BBD-B0A6-BCB87BCE83E3}" dt="2024-07-13T18:27:26.969" v="60" actId="571"/>
          <ac:spMkLst>
            <pc:docMk/>
            <pc:sldMk cId="3390449641" sldId="405"/>
            <ac:spMk id="25" creationId="{2D7FCCE2-FDC4-DBE0-EE04-88F80D6A814C}"/>
          </ac:spMkLst>
        </pc:spChg>
        <pc:spChg chg="mod">
          <ac:chgData name="Sheng Wang" userId="79a1b406-dea6-4665-9dbe-c2806ed1c799" providerId="ADAL" clId="{92D3AD6C-A176-4BBD-B0A6-BCB87BCE83E3}" dt="2024-07-13T18:27:26.969" v="60" actId="571"/>
          <ac:spMkLst>
            <pc:docMk/>
            <pc:sldMk cId="3390449641" sldId="405"/>
            <ac:spMk id="26" creationId="{FC9FD4CB-B4A5-3041-8570-F73CD408A5FE}"/>
          </ac:spMkLst>
        </pc:spChg>
        <pc:spChg chg="mod">
          <ac:chgData name="Sheng Wang" userId="79a1b406-dea6-4665-9dbe-c2806ed1c799" providerId="ADAL" clId="{92D3AD6C-A176-4BBD-B0A6-BCB87BCE83E3}" dt="2024-07-13T18:27:26.969" v="60" actId="571"/>
          <ac:spMkLst>
            <pc:docMk/>
            <pc:sldMk cId="3390449641" sldId="405"/>
            <ac:spMk id="27" creationId="{F2CC31FA-7F06-86FD-7D95-2A61A003FE9A}"/>
          </ac:spMkLst>
        </pc:spChg>
        <pc:spChg chg="mod">
          <ac:chgData name="Sheng Wang" userId="79a1b406-dea6-4665-9dbe-c2806ed1c799" providerId="ADAL" clId="{92D3AD6C-A176-4BBD-B0A6-BCB87BCE83E3}" dt="2024-07-13T18:27:26.969" v="60" actId="571"/>
          <ac:spMkLst>
            <pc:docMk/>
            <pc:sldMk cId="3390449641" sldId="405"/>
            <ac:spMk id="28" creationId="{FEC2FBC3-6DE9-D735-3E9E-D5B4A9C6AFAA}"/>
          </ac:spMkLst>
        </pc:spChg>
        <pc:spChg chg="mod">
          <ac:chgData name="Sheng Wang" userId="79a1b406-dea6-4665-9dbe-c2806ed1c799" providerId="ADAL" clId="{92D3AD6C-A176-4BBD-B0A6-BCB87BCE83E3}" dt="2024-07-13T18:27:30.449" v="61" actId="571"/>
          <ac:spMkLst>
            <pc:docMk/>
            <pc:sldMk cId="3390449641" sldId="405"/>
            <ac:spMk id="30" creationId="{947A2D3C-2407-3FBD-8598-14F3632C5100}"/>
          </ac:spMkLst>
        </pc:spChg>
        <pc:spChg chg="mod">
          <ac:chgData name="Sheng Wang" userId="79a1b406-dea6-4665-9dbe-c2806ed1c799" providerId="ADAL" clId="{92D3AD6C-A176-4BBD-B0A6-BCB87BCE83E3}" dt="2024-07-13T18:27:30.449" v="61" actId="571"/>
          <ac:spMkLst>
            <pc:docMk/>
            <pc:sldMk cId="3390449641" sldId="405"/>
            <ac:spMk id="31" creationId="{A246C039-CD9F-CBE0-1FD2-D4104F66F0F2}"/>
          </ac:spMkLst>
        </pc:spChg>
        <pc:spChg chg="mod">
          <ac:chgData name="Sheng Wang" userId="79a1b406-dea6-4665-9dbe-c2806ed1c799" providerId="ADAL" clId="{92D3AD6C-A176-4BBD-B0A6-BCB87BCE83E3}" dt="2024-07-13T18:27:30.449" v="61" actId="571"/>
          <ac:spMkLst>
            <pc:docMk/>
            <pc:sldMk cId="3390449641" sldId="405"/>
            <ac:spMk id="64" creationId="{2C9F3089-AA75-8A4D-4105-2827051AE1D1}"/>
          </ac:spMkLst>
        </pc:spChg>
        <pc:spChg chg="mod">
          <ac:chgData name="Sheng Wang" userId="79a1b406-dea6-4665-9dbe-c2806ed1c799" providerId="ADAL" clId="{92D3AD6C-A176-4BBD-B0A6-BCB87BCE83E3}" dt="2024-07-13T18:27:30.449" v="61" actId="571"/>
          <ac:spMkLst>
            <pc:docMk/>
            <pc:sldMk cId="3390449641" sldId="405"/>
            <ac:spMk id="65" creationId="{AB5666F9-C3F0-3ACF-637D-CECA16ABE669}"/>
          </ac:spMkLst>
        </pc:spChg>
        <pc:spChg chg="mod">
          <ac:chgData name="Sheng Wang" userId="79a1b406-dea6-4665-9dbe-c2806ed1c799" providerId="ADAL" clId="{92D3AD6C-A176-4BBD-B0A6-BCB87BCE83E3}" dt="2024-07-13T18:27:33.730" v="62" actId="571"/>
          <ac:spMkLst>
            <pc:docMk/>
            <pc:sldMk cId="3390449641" sldId="405"/>
            <ac:spMk id="67" creationId="{8A0AFE64-5C7E-1DCE-51AA-35F96E6BA0DA}"/>
          </ac:spMkLst>
        </pc:spChg>
        <pc:spChg chg="mod">
          <ac:chgData name="Sheng Wang" userId="79a1b406-dea6-4665-9dbe-c2806ed1c799" providerId="ADAL" clId="{92D3AD6C-A176-4BBD-B0A6-BCB87BCE83E3}" dt="2024-07-13T18:27:33.730" v="62" actId="571"/>
          <ac:spMkLst>
            <pc:docMk/>
            <pc:sldMk cId="3390449641" sldId="405"/>
            <ac:spMk id="68" creationId="{BB71549A-1982-B4EE-9954-24445E31FC9D}"/>
          </ac:spMkLst>
        </pc:spChg>
        <pc:spChg chg="mod">
          <ac:chgData name="Sheng Wang" userId="79a1b406-dea6-4665-9dbe-c2806ed1c799" providerId="ADAL" clId="{92D3AD6C-A176-4BBD-B0A6-BCB87BCE83E3}" dt="2024-07-13T18:27:33.730" v="62" actId="571"/>
          <ac:spMkLst>
            <pc:docMk/>
            <pc:sldMk cId="3390449641" sldId="405"/>
            <ac:spMk id="69" creationId="{87B627A6-A52E-1BB1-CB9A-1C8E199283DE}"/>
          </ac:spMkLst>
        </pc:spChg>
        <pc:spChg chg="mod">
          <ac:chgData name="Sheng Wang" userId="79a1b406-dea6-4665-9dbe-c2806ed1c799" providerId="ADAL" clId="{92D3AD6C-A176-4BBD-B0A6-BCB87BCE83E3}" dt="2024-07-13T18:27:33.730" v="62" actId="571"/>
          <ac:spMkLst>
            <pc:docMk/>
            <pc:sldMk cId="3390449641" sldId="405"/>
            <ac:spMk id="70" creationId="{276C6B4F-EC18-CACD-8655-1F57B577907A}"/>
          </ac:spMkLst>
        </pc:spChg>
        <pc:spChg chg="mod">
          <ac:chgData name="Sheng Wang" userId="79a1b406-dea6-4665-9dbe-c2806ed1c799" providerId="ADAL" clId="{92D3AD6C-A176-4BBD-B0A6-BCB87BCE83E3}" dt="2024-07-13T18:27:36.865" v="63" actId="571"/>
          <ac:spMkLst>
            <pc:docMk/>
            <pc:sldMk cId="3390449641" sldId="405"/>
            <ac:spMk id="72" creationId="{F8FEDF79-D191-A8FF-420A-9F1787E7AB4A}"/>
          </ac:spMkLst>
        </pc:spChg>
        <pc:spChg chg="mod">
          <ac:chgData name="Sheng Wang" userId="79a1b406-dea6-4665-9dbe-c2806ed1c799" providerId="ADAL" clId="{92D3AD6C-A176-4BBD-B0A6-BCB87BCE83E3}" dt="2024-07-13T18:27:36.865" v="63" actId="571"/>
          <ac:spMkLst>
            <pc:docMk/>
            <pc:sldMk cId="3390449641" sldId="405"/>
            <ac:spMk id="73" creationId="{72562167-1D92-D60A-443E-51A7C322032A}"/>
          </ac:spMkLst>
        </pc:spChg>
        <pc:spChg chg="mod">
          <ac:chgData name="Sheng Wang" userId="79a1b406-dea6-4665-9dbe-c2806ed1c799" providerId="ADAL" clId="{92D3AD6C-A176-4BBD-B0A6-BCB87BCE83E3}" dt="2024-07-13T18:27:36.865" v="63" actId="571"/>
          <ac:spMkLst>
            <pc:docMk/>
            <pc:sldMk cId="3390449641" sldId="405"/>
            <ac:spMk id="74" creationId="{52A9A4DE-8D30-EE54-3629-B3EA71A2B050}"/>
          </ac:spMkLst>
        </pc:spChg>
        <pc:spChg chg="mod">
          <ac:chgData name="Sheng Wang" userId="79a1b406-dea6-4665-9dbe-c2806ed1c799" providerId="ADAL" clId="{92D3AD6C-A176-4BBD-B0A6-BCB87BCE83E3}" dt="2024-07-13T18:27:36.865" v="63" actId="571"/>
          <ac:spMkLst>
            <pc:docMk/>
            <pc:sldMk cId="3390449641" sldId="405"/>
            <ac:spMk id="75" creationId="{BB914AF6-8732-FB42-15A2-4862EB50EAD9}"/>
          </ac:spMkLst>
        </pc:spChg>
        <pc:spChg chg="mod">
          <ac:chgData name="Sheng Wang" userId="79a1b406-dea6-4665-9dbe-c2806ed1c799" providerId="ADAL" clId="{92D3AD6C-A176-4BBD-B0A6-BCB87BCE83E3}" dt="2024-07-13T18:27:41.865" v="64" actId="571"/>
          <ac:spMkLst>
            <pc:docMk/>
            <pc:sldMk cId="3390449641" sldId="405"/>
            <ac:spMk id="77" creationId="{04CA2FD7-03C4-6B44-579E-1FA254E5A219}"/>
          </ac:spMkLst>
        </pc:spChg>
        <pc:spChg chg="mod">
          <ac:chgData name="Sheng Wang" userId="79a1b406-dea6-4665-9dbe-c2806ed1c799" providerId="ADAL" clId="{92D3AD6C-A176-4BBD-B0A6-BCB87BCE83E3}" dt="2024-07-13T18:27:41.865" v="64" actId="571"/>
          <ac:spMkLst>
            <pc:docMk/>
            <pc:sldMk cId="3390449641" sldId="405"/>
            <ac:spMk id="78" creationId="{282B0A7E-08CC-6C3D-BD46-3B10451EB4FE}"/>
          </ac:spMkLst>
        </pc:spChg>
        <pc:spChg chg="mod">
          <ac:chgData name="Sheng Wang" userId="79a1b406-dea6-4665-9dbe-c2806ed1c799" providerId="ADAL" clId="{92D3AD6C-A176-4BBD-B0A6-BCB87BCE83E3}" dt="2024-07-13T18:27:41.865" v="64" actId="571"/>
          <ac:spMkLst>
            <pc:docMk/>
            <pc:sldMk cId="3390449641" sldId="405"/>
            <ac:spMk id="79" creationId="{F85007B7-9DD5-B4C6-0584-17601A6D163C}"/>
          </ac:spMkLst>
        </pc:spChg>
        <pc:spChg chg="mod">
          <ac:chgData name="Sheng Wang" userId="79a1b406-dea6-4665-9dbe-c2806ed1c799" providerId="ADAL" clId="{92D3AD6C-A176-4BBD-B0A6-BCB87BCE83E3}" dt="2024-07-13T18:27:41.865" v="64" actId="571"/>
          <ac:spMkLst>
            <pc:docMk/>
            <pc:sldMk cId="3390449641" sldId="405"/>
            <ac:spMk id="80" creationId="{ADC94B91-C3C3-EE94-4FCC-A01361D510AE}"/>
          </ac:spMkLst>
        </pc:spChg>
        <pc:spChg chg="mod">
          <ac:chgData name="Sheng Wang" userId="79a1b406-dea6-4665-9dbe-c2806ed1c799" providerId="ADAL" clId="{92D3AD6C-A176-4BBD-B0A6-BCB87BCE83E3}" dt="2024-07-13T18:27:45.410" v="65" actId="571"/>
          <ac:spMkLst>
            <pc:docMk/>
            <pc:sldMk cId="3390449641" sldId="405"/>
            <ac:spMk id="82" creationId="{ED02A82F-6C6B-E7C6-75EE-488C78D57D72}"/>
          </ac:spMkLst>
        </pc:spChg>
        <pc:spChg chg="mod">
          <ac:chgData name="Sheng Wang" userId="79a1b406-dea6-4665-9dbe-c2806ed1c799" providerId="ADAL" clId="{92D3AD6C-A176-4BBD-B0A6-BCB87BCE83E3}" dt="2024-07-13T18:27:45.410" v="65" actId="571"/>
          <ac:spMkLst>
            <pc:docMk/>
            <pc:sldMk cId="3390449641" sldId="405"/>
            <ac:spMk id="83" creationId="{6E384931-C5A7-E956-064A-CB5A020ABABA}"/>
          </ac:spMkLst>
        </pc:spChg>
        <pc:spChg chg="mod">
          <ac:chgData name="Sheng Wang" userId="79a1b406-dea6-4665-9dbe-c2806ed1c799" providerId="ADAL" clId="{92D3AD6C-A176-4BBD-B0A6-BCB87BCE83E3}" dt="2024-07-13T18:27:45.410" v="65" actId="571"/>
          <ac:spMkLst>
            <pc:docMk/>
            <pc:sldMk cId="3390449641" sldId="405"/>
            <ac:spMk id="84" creationId="{41D53B57-F569-8C04-CCCF-512D804A57C2}"/>
          </ac:spMkLst>
        </pc:spChg>
        <pc:spChg chg="mod">
          <ac:chgData name="Sheng Wang" userId="79a1b406-dea6-4665-9dbe-c2806ed1c799" providerId="ADAL" clId="{92D3AD6C-A176-4BBD-B0A6-BCB87BCE83E3}" dt="2024-07-13T18:27:45.410" v="65" actId="571"/>
          <ac:spMkLst>
            <pc:docMk/>
            <pc:sldMk cId="3390449641" sldId="405"/>
            <ac:spMk id="85" creationId="{BD2334CF-0CEB-1D47-96C2-CF4A5CA23A3B}"/>
          </ac:spMkLst>
        </pc:spChg>
        <pc:spChg chg="mod">
          <ac:chgData name="Sheng Wang" userId="79a1b406-dea6-4665-9dbe-c2806ed1c799" providerId="ADAL" clId="{92D3AD6C-A176-4BBD-B0A6-BCB87BCE83E3}" dt="2024-07-13T18:27:52.970" v="68" actId="571"/>
          <ac:spMkLst>
            <pc:docMk/>
            <pc:sldMk cId="3390449641" sldId="405"/>
            <ac:spMk id="87" creationId="{0F2C0116-1CF0-777A-D8BF-9F6D8C5F2D03}"/>
          </ac:spMkLst>
        </pc:spChg>
        <pc:spChg chg="mod">
          <ac:chgData name="Sheng Wang" userId="79a1b406-dea6-4665-9dbe-c2806ed1c799" providerId="ADAL" clId="{92D3AD6C-A176-4BBD-B0A6-BCB87BCE83E3}" dt="2024-07-13T18:27:52.970" v="68" actId="571"/>
          <ac:spMkLst>
            <pc:docMk/>
            <pc:sldMk cId="3390449641" sldId="405"/>
            <ac:spMk id="88" creationId="{CABD6653-FD92-6C15-C846-9351B90EBBBD}"/>
          </ac:spMkLst>
        </pc:spChg>
        <pc:spChg chg="mod">
          <ac:chgData name="Sheng Wang" userId="79a1b406-dea6-4665-9dbe-c2806ed1c799" providerId="ADAL" clId="{92D3AD6C-A176-4BBD-B0A6-BCB87BCE83E3}" dt="2024-07-13T18:27:52.970" v="68" actId="571"/>
          <ac:spMkLst>
            <pc:docMk/>
            <pc:sldMk cId="3390449641" sldId="405"/>
            <ac:spMk id="89" creationId="{CD57DDE0-E015-1C77-E747-D274A2941CF5}"/>
          </ac:spMkLst>
        </pc:spChg>
        <pc:spChg chg="mod">
          <ac:chgData name="Sheng Wang" userId="79a1b406-dea6-4665-9dbe-c2806ed1c799" providerId="ADAL" clId="{92D3AD6C-A176-4BBD-B0A6-BCB87BCE83E3}" dt="2024-07-13T18:27:52.970" v="68" actId="571"/>
          <ac:spMkLst>
            <pc:docMk/>
            <pc:sldMk cId="3390449641" sldId="405"/>
            <ac:spMk id="90" creationId="{4B9D3CCB-AD05-D472-189E-379C7BC6AE20}"/>
          </ac:spMkLst>
        </pc:spChg>
        <pc:spChg chg="del">
          <ac:chgData name="Sheng Wang" userId="79a1b406-dea6-4665-9dbe-c2806ed1c799" providerId="ADAL" clId="{92D3AD6C-A176-4BBD-B0A6-BCB87BCE83E3}" dt="2024-07-13T18:28:12.515" v="70" actId="478"/>
          <ac:spMkLst>
            <pc:docMk/>
            <pc:sldMk cId="3390449641" sldId="405"/>
            <ac:spMk id="91" creationId="{7EEAA7BA-5E8F-CE82-A4F3-C7768548D70B}"/>
          </ac:spMkLst>
        </pc:spChg>
        <pc:spChg chg="mod">
          <ac:chgData name="Sheng Wang" userId="79a1b406-dea6-4665-9dbe-c2806ed1c799" providerId="ADAL" clId="{92D3AD6C-A176-4BBD-B0A6-BCB87BCE83E3}" dt="2024-07-13T18:24:14.274" v="47" actId="164"/>
          <ac:spMkLst>
            <pc:docMk/>
            <pc:sldMk cId="3390449641" sldId="405"/>
            <ac:spMk id="92" creationId="{5AAABF21-7ADF-C931-4603-963F3258A953}"/>
          </ac:spMkLst>
        </pc:spChg>
        <pc:spChg chg="mod">
          <ac:chgData name="Sheng Wang" userId="79a1b406-dea6-4665-9dbe-c2806ed1c799" providerId="ADAL" clId="{92D3AD6C-A176-4BBD-B0A6-BCB87BCE83E3}" dt="2024-07-13T18:27:59.850" v="69" actId="571"/>
          <ac:spMkLst>
            <pc:docMk/>
            <pc:sldMk cId="3390449641" sldId="405"/>
            <ac:spMk id="94" creationId="{9DF9DF3E-2553-2920-D7B8-EC01087429D7}"/>
          </ac:spMkLst>
        </pc:spChg>
        <pc:spChg chg="mod">
          <ac:chgData name="Sheng Wang" userId="79a1b406-dea6-4665-9dbe-c2806ed1c799" providerId="ADAL" clId="{92D3AD6C-A176-4BBD-B0A6-BCB87BCE83E3}" dt="2024-07-13T18:27:59.850" v="69" actId="571"/>
          <ac:spMkLst>
            <pc:docMk/>
            <pc:sldMk cId="3390449641" sldId="405"/>
            <ac:spMk id="95" creationId="{E214CA8C-9811-3EE8-D547-D4357170B54E}"/>
          </ac:spMkLst>
        </pc:spChg>
        <pc:spChg chg="mod">
          <ac:chgData name="Sheng Wang" userId="79a1b406-dea6-4665-9dbe-c2806ed1c799" providerId="ADAL" clId="{92D3AD6C-A176-4BBD-B0A6-BCB87BCE83E3}" dt="2024-07-13T18:27:59.850" v="69" actId="571"/>
          <ac:spMkLst>
            <pc:docMk/>
            <pc:sldMk cId="3390449641" sldId="405"/>
            <ac:spMk id="96" creationId="{1DBB9FF0-E204-3ACC-46BE-0146AA2774D4}"/>
          </ac:spMkLst>
        </pc:spChg>
        <pc:spChg chg="mod">
          <ac:chgData name="Sheng Wang" userId="79a1b406-dea6-4665-9dbe-c2806ed1c799" providerId="ADAL" clId="{92D3AD6C-A176-4BBD-B0A6-BCB87BCE83E3}" dt="2024-07-13T18:27:59.850" v="69" actId="571"/>
          <ac:spMkLst>
            <pc:docMk/>
            <pc:sldMk cId="3390449641" sldId="405"/>
            <ac:spMk id="97" creationId="{FC97B985-1720-6EBD-D99D-8F747D1899F8}"/>
          </ac:spMkLst>
        </pc:spChg>
        <pc:spChg chg="add del">
          <ac:chgData name="Sheng Wang" userId="79a1b406-dea6-4665-9dbe-c2806ed1c799" providerId="ADAL" clId="{92D3AD6C-A176-4BBD-B0A6-BCB87BCE83E3}" dt="2024-07-13T18:28:49.396" v="72" actId="478"/>
          <ac:spMkLst>
            <pc:docMk/>
            <pc:sldMk cId="3390449641" sldId="405"/>
            <ac:spMk id="98" creationId="{E61030F9-492F-454A-9116-E74D856A7E52}"/>
          </ac:spMkLst>
        </pc:spChg>
        <pc:spChg chg="add del mod">
          <ac:chgData name="Sheng Wang" userId="79a1b406-dea6-4665-9dbe-c2806ed1c799" providerId="ADAL" clId="{92D3AD6C-A176-4BBD-B0A6-BCB87BCE83E3}" dt="2024-07-13T18:31:57.384" v="95" actId="478"/>
          <ac:spMkLst>
            <pc:docMk/>
            <pc:sldMk cId="3390449641" sldId="405"/>
            <ac:spMk id="99" creationId="{4F72185A-D3C9-B5A0-2EED-F60F4A4E2214}"/>
          </ac:spMkLst>
        </pc:spChg>
        <pc:spChg chg="add del mod">
          <ac:chgData name="Sheng Wang" userId="79a1b406-dea6-4665-9dbe-c2806ed1c799" providerId="ADAL" clId="{92D3AD6C-A176-4BBD-B0A6-BCB87BCE83E3}" dt="2024-07-13T18:29:47.540" v="86" actId="478"/>
          <ac:spMkLst>
            <pc:docMk/>
            <pc:sldMk cId="3390449641" sldId="405"/>
            <ac:spMk id="100" creationId="{9FCE6FCE-D10F-CAA5-9E30-585D7C5B474A}"/>
          </ac:spMkLst>
        </pc:spChg>
        <pc:spChg chg="add mod">
          <ac:chgData name="Sheng Wang" userId="79a1b406-dea6-4665-9dbe-c2806ed1c799" providerId="ADAL" clId="{92D3AD6C-A176-4BBD-B0A6-BCB87BCE83E3}" dt="2024-07-13T18:33:03.332" v="129" actId="2085"/>
          <ac:spMkLst>
            <pc:docMk/>
            <pc:sldMk cId="3390449641" sldId="405"/>
            <ac:spMk id="101" creationId="{B18A8023-E91B-352D-EEB1-02273B755748}"/>
          </ac:spMkLst>
        </pc:spChg>
        <pc:spChg chg="add mod">
          <ac:chgData name="Sheng Wang" userId="79a1b406-dea6-4665-9dbe-c2806ed1c799" providerId="ADAL" clId="{92D3AD6C-A176-4BBD-B0A6-BCB87BCE83E3}" dt="2024-07-13T18:33:35.132" v="140" actId="1076"/>
          <ac:spMkLst>
            <pc:docMk/>
            <pc:sldMk cId="3390449641" sldId="405"/>
            <ac:spMk id="102" creationId="{3170F34F-CC45-7D6F-6B5D-E0CF494FC998}"/>
          </ac:spMkLst>
        </pc:spChg>
        <pc:spChg chg="add mod">
          <ac:chgData name="Sheng Wang" userId="79a1b406-dea6-4665-9dbe-c2806ed1c799" providerId="ADAL" clId="{92D3AD6C-A176-4BBD-B0A6-BCB87BCE83E3}" dt="2024-07-13T18:34:14.027" v="146" actId="1076"/>
          <ac:spMkLst>
            <pc:docMk/>
            <pc:sldMk cId="3390449641" sldId="405"/>
            <ac:spMk id="103" creationId="{B21E737A-ABDB-D40F-2DA7-C5E16D43572D}"/>
          </ac:spMkLst>
        </pc:spChg>
        <pc:spChg chg="add mod">
          <ac:chgData name="Sheng Wang" userId="79a1b406-dea6-4665-9dbe-c2806ed1c799" providerId="ADAL" clId="{92D3AD6C-A176-4BBD-B0A6-BCB87BCE83E3}" dt="2024-07-13T18:36:47.978" v="203" actId="20577"/>
          <ac:spMkLst>
            <pc:docMk/>
            <pc:sldMk cId="3390449641" sldId="405"/>
            <ac:spMk id="104" creationId="{8E0E5B9A-4348-D7B7-6477-04DA1DF51DC0}"/>
          </ac:spMkLst>
        </pc:spChg>
        <pc:spChg chg="mod">
          <ac:chgData name="Sheng Wang" userId="79a1b406-dea6-4665-9dbe-c2806ed1c799" providerId="ADAL" clId="{92D3AD6C-A176-4BBD-B0A6-BCB87BCE83E3}" dt="2024-07-13T18:24:14.274" v="47" actId="164"/>
          <ac:spMkLst>
            <pc:docMk/>
            <pc:sldMk cId="3390449641" sldId="405"/>
            <ac:spMk id="114" creationId="{1B4BD77C-B767-C31F-FE3C-C46DB0586E2A}"/>
          </ac:spMkLst>
        </pc:spChg>
        <pc:spChg chg="mod">
          <ac:chgData name="Sheng Wang" userId="79a1b406-dea6-4665-9dbe-c2806ed1c799" providerId="ADAL" clId="{92D3AD6C-A176-4BBD-B0A6-BCB87BCE83E3}" dt="2024-07-13T18:24:14.274" v="47" actId="164"/>
          <ac:spMkLst>
            <pc:docMk/>
            <pc:sldMk cId="3390449641" sldId="405"/>
            <ac:spMk id="115" creationId="{59E51B8B-B976-AFAE-D385-9B8BBCBA4420}"/>
          </ac:spMkLst>
        </pc:spChg>
        <pc:spChg chg="mod">
          <ac:chgData name="Sheng Wang" userId="79a1b406-dea6-4665-9dbe-c2806ed1c799" providerId="ADAL" clId="{92D3AD6C-A176-4BBD-B0A6-BCB87BCE83E3}" dt="2024-07-13T18:24:14.274" v="47" actId="164"/>
          <ac:spMkLst>
            <pc:docMk/>
            <pc:sldMk cId="3390449641" sldId="405"/>
            <ac:spMk id="116" creationId="{46B1B8A6-BAC8-18E7-47D3-8F5BCB285270}"/>
          </ac:spMkLst>
        </pc:spChg>
        <pc:spChg chg="mod">
          <ac:chgData name="Sheng Wang" userId="79a1b406-dea6-4665-9dbe-c2806ed1c799" providerId="ADAL" clId="{92D3AD6C-A176-4BBD-B0A6-BCB87BCE83E3}" dt="2024-07-13T18:36:22.821" v="149" actId="207"/>
          <ac:spMkLst>
            <pc:docMk/>
            <pc:sldMk cId="3390449641" sldId="405"/>
            <ac:spMk id="138" creationId="{D1E19320-7784-00B0-2CD3-0F28A3ADD3CB}"/>
          </ac:spMkLst>
        </pc:spChg>
        <pc:spChg chg="mod">
          <ac:chgData name="Sheng Wang" userId="79a1b406-dea6-4665-9dbe-c2806ed1c799" providerId="ADAL" clId="{92D3AD6C-A176-4BBD-B0A6-BCB87BCE83E3}" dt="2024-07-13T18:24:14.274" v="47" actId="164"/>
          <ac:spMkLst>
            <pc:docMk/>
            <pc:sldMk cId="3390449641" sldId="405"/>
            <ac:spMk id="141" creationId="{122B153B-4480-5F78-B39A-EF7B650E2545}"/>
          </ac:spMkLst>
        </pc:spChg>
        <pc:spChg chg="mod">
          <ac:chgData name="Sheng Wang" userId="79a1b406-dea6-4665-9dbe-c2806ed1c799" providerId="ADAL" clId="{92D3AD6C-A176-4BBD-B0A6-BCB87BCE83E3}" dt="2024-07-13T18:24:14.274" v="47" actId="164"/>
          <ac:spMkLst>
            <pc:docMk/>
            <pc:sldMk cId="3390449641" sldId="405"/>
            <ac:spMk id="142" creationId="{025F2C96-3149-F742-5DA1-A563351C71A9}"/>
          </ac:spMkLst>
        </pc:spChg>
        <pc:spChg chg="mod">
          <ac:chgData name="Sheng Wang" userId="79a1b406-dea6-4665-9dbe-c2806ed1c799" providerId="ADAL" clId="{92D3AD6C-A176-4BBD-B0A6-BCB87BCE83E3}" dt="2024-07-13T18:24:14.274" v="47" actId="164"/>
          <ac:spMkLst>
            <pc:docMk/>
            <pc:sldMk cId="3390449641" sldId="405"/>
            <ac:spMk id="144" creationId="{B88E307F-5457-A248-C743-9F6EA36F72B3}"/>
          </ac:spMkLst>
        </pc:spChg>
        <pc:spChg chg="mod">
          <ac:chgData name="Sheng Wang" userId="79a1b406-dea6-4665-9dbe-c2806ed1c799" providerId="ADAL" clId="{92D3AD6C-A176-4BBD-B0A6-BCB87BCE83E3}" dt="2024-07-13T18:36:07.157" v="148" actId="207"/>
          <ac:spMkLst>
            <pc:docMk/>
            <pc:sldMk cId="3390449641" sldId="405"/>
            <ac:spMk id="145" creationId="{B9B34F9B-3B17-99D0-10F2-7B1DA257F6C6}"/>
          </ac:spMkLst>
        </pc:spChg>
        <pc:spChg chg="mod">
          <ac:chgData name="Sheng Wang" userId="79a1b406-dea6-4665-9dbe-c2806ed1c799" providerId="ADAL" clId="{92D3AD6C-A176-4BBD-B0A6-BCB87BCE83E3}" dt="2024-07-13T18:24:14.274" v="47" actId="164"/>
          <ac:spMkLst>
            <pc:docMk/>
            <pc:sldMk cId="3390449641" sldId="405"/>
            <ac:spMk id="146" creationId="{96C4C546-DC54-99C1-EB5E-052CDE97D689}"/>
          </ac:spMkLst>
        </pc:spChg>
        <pc:spChg chg="mod">
          <ac:chgData name="Sheng Wang" userId="79a1b406-dea6-4665-9dbe-c2806ed1c799" providerId="ADAL" clId="{92D3AD6C-A176-4BBD-B0A6-BCB87BCE83E3}" dt="2024-07-13T18:24:14.274" v="47" actId="164"/>
          <ac:spMkLst>
            <pc:docMk/>
            <pc:sldMk cId="3390449641" sldId="405"/>
            <ac:spMk id="148" creationId="{EE35EC93-50E8-D879-153D-D7C84545BC1B}"/>
          </ac:spMkLst>
        </pc:spChg>
        <pc:spChg chg="mod">
          <ac:chgData name="Sheng Wang" userId="79a1b406-dea6-4665-9dbe-c2806ed1c799" providerId="ADAL" clId="{92D3AD6C-A176-4BBD-B0A6-BCB87BCE83E3}" dt="2024-07-13T18:24:14.274" v="47" actId="164"/>
          <ac:spMkLst>
            <pc:docMk/>
            <pc:sldMk cId="3390449641" sldId="405"/>
            <ac:spMk id="149" creationId="{2D9D7271-E69B-2568-D012-33BE2ACD89EC}"/>
          </ac:spMkLst>
        </pc:spChg>
        <pc:spChg chg="del">
          <ac:chgData name="Sheng Wang" userId="79a1b406-dea6-4665-9dbe-c2806ed1c799" providerId="ADAL" clId="{92D3AD6C-A176-4BBD-B0A6-BCB87BCE83E3}" dt="2024-07-13T18:02:12.483" v="3" actId="478"/>
          <ac:spMkLst>
            <pc:docMk/>
            <pc:sldMk cId="3390449641" sldId="405"/>
            <ac:spMk id="155" creationId="{E738FF77-3185-2A7E-03D4-D85CC8F01A22}"/>
          </ac:spMkLst>
        </pc:spChg>
        <pc:spChg chg="del">
          <ac:chgData name="Sheng Wang" userId="79a1b406-dea6-4665-9dbe-c2806ed1c799" providerId="ADAL" clId="{92D3AD6C-A176-4BBD-B0A6-BCB87BCE83E3}" dt="2024-07-13T18:02:14.440" v="5" actId="478"/>
          <ac:spMkLst>
            <pc:docMk/>
            <pc:sldMk cId="3390449641" sldId="405"/>
            <ac:spMk id="156" creationId="{6D9C5DF0-23C7-F0BE-71FF-DF010FA7DE21}"/>
          </ac:spMkLst>
        </pc:spChg>
        <pc:spChg chg="del">
          <ac:chgData name="Sheng Wang" userId="79a1b406-dea6-4665-9dbe-c2806ed1c799" providerId="ADAL" clId="{92D3AD6C-A176-4BBD-B0A6-BCB87BCE83E3}" dt="2024-07-13T18:02:15.410" v="6" actId="478"/>
          <ac:spMkLst>
            <pc:docMk/>
            <pc:sldMk cId="3390449641" sldId="405"/>
            <ac:spMk id="157" creationId="{44D3A0A4-6F6B-639B-8B44-71193CEEE421}"/>
          </ac:spMkLst>
        </pc:spChg>
        <pc:grpChg chg="add del mod">
          <ac:chgData name="Sheng Wang" userId="79a1b406-dea6-4665-9dbe-c2806ed1c799" providerId="ADAL" clId="{92D3AD6C-A176-4BBD-B0A6-BCB87BCE83E3}" dt="2024-07-13T18:26:36.767" v="53" actId="165"/>
          <ac:grpSpMkLst>
            <pc:docMk/>
            <pc:sldMk cId="3390449641" sldId="405"/>
            <ac:grpSpMk id="11" creationId="{39700FE0-6345-4793-2ABA-10D54577A0D5}"/>
          </ac:grpSpMkLst>
        </pc:grpChg>
        <pc:grpChg chg="add mod">
          <ac:chgData name="Sheng Wang" userId="79a1b406-dea6-4665-9dbe-c2806ed1c799" providerId="ADAL" clId="{92D3AD6C-A176-4BBD-B0A6-BCB87BCE83E3}" dt="2024-07-13T18:24:24.335" v="49" actId="14100"/>
          <ac:grpSpMkLst>
            <pc:docMk/>
            <pc:sldMk cId="3390449641" sldId="405"/>
            <ac:grpSpMk id="12" creationId="{5103B4CF-3239-1A31-D324-D170688A8F0E}"/>
          </ac:grpSpMkLst>
        </pc:grpChg>
        <pc:grpChg chg="add mod">
          <ac:chgData name="Sheng Wang" userId="79a1b406-dea6-4665-9dbe-c2806ed1c799" providerId="ADAL" clId="{92D3AD6C-A176-4BBD-B0A6-BCB87BCE83E3}" dt="2024-07-13T18:27:04.640" v="57" actId="1076"/>
          <ac:grpSpMkLst>
            <pc:docMk/>
            <pc:sldMk cId="3390449641" sldId="405"/>
            <ac:grpSpMk id="13" creationId="{8B584ED6-AE9D-F5F7-675A-0E93FA79832A}"/>
          </ac:grpSpMkLst>
        </pc:grpChg>
        <pc:grpChg chg="add mod">
          <ac:chgData name="Sheng Wang" userId="79a1b406-dea6-4665-9dbe-c2806ed1c799" providerId="ADAL" clId="{92D3AD6C-A176-4BBD-B0A6-BCB87BCE83E3}" dt="2024-07-13T18:27:16.378" v="58" actId="571"/>
          <ac:grpSpMkLst>
            <pc:docMk/>
            <pc:sldMk cId="3390449641" sldId="405"/>
            <ac:grpSpMk id="14" creationId="{9945D572-E926-8060-8742-AA266B08F829}"/>
          </ac:grpSpMkLst>
        </pc:grpChg>
        <pc:grpChg chg="add mod">
          <ac:chgData name="Sheng Wang" userId="79a1b406-dea6-4665-9dbe-c2806ed1c799" providerId="ADAL" clId="{92D3AD6C-A176-4BBD-B0A6-BCB87BCE83E3}" dt="2024-07-13T18:27:20.761" v="59" actId="571"/>
          <ac:grpSpMkLst>
            <pc:docMk/>
            <pc:sldMk cId="3390449641" sldId="405"/>
            <ac:grpSpMk id="19" creationId="{21BAB540-1CD9-EFD2-CC29-0DACC30E523E}"/>
          </ac:grpSpMkLst>
        </pc:grpChg>
        <pc:grpChg chg="add mod">
          <ac:chgData name="Sheng Wang" userId="79a1b406-dea6-4665-9dbe-c2806ed1c799" providerId="ADAL" clId="{92D3AD6C-A176-4BBD-B0A6-BCB87BCE83E3}" dt="2024-07-13T18:27:26.969" v="60" actId="571"/>
          <ac:grpSpMkLst>
            <pc:docMk/>
            <pc:sldMk cId="3390449641" sldId="405"/>
            <ac:grpSpMk id="24" creationId="{CE3FBCB8-2C48-132B-9CAE-85A079EF03DC}"/>
          </ac:grpSpMkLst>
        </pc:grpChg>
        <pc:grpChg chg="add mod">
          <ac:chgData name="Sheng Wang" userId="79a1b406-dea6-4665-9dbe-c2806ed1c799" providerId="ADAL" clId="{92D3AD6C-A176-4BBD-B0A6-BCB87BCE83E3}" dt="2024-07-13T18:27:30.449" v="61" actId="571"/>
          <ac:grpSpMkLst>
            <pc:docMk/>
            <pc:sldMk cId="3390449641" sldId="405"/>
            <ac:grpSpMk id="29" creationId="{CBFE7C98-6873-3B43-400D-5513C252165E}"/>
          </ac:grpSpMkLst>
        </pc:grpChg>
        <pc:grpChg chg="add mod">
          <ac:chgData name="Sheng Wang" userId="79a1b406-dea6-4665-9dbe-c2806ed1c799" providerId="ADAL" clId="{92D3AD6C-A176-4BBD-B0A6-BCB87BCE83E3}" dt="2024-07-13T18:27:33.730" v="62" actId="571"/>
          <ac:grpSpMkLst>
            <pc:docMk/>
            <pc:sldMk cId="3390449641" sldId="405"/>
            <ac:grpSpMk id="66" creationId="{466B88B2-F615-4F73-C41E-7214F1D6C709}"/>
          </ac:grpSpMkLst>
        </pc:grpChg>
        <pc:grpChg chg="add mod">
          <ac:chgData name="Sheng Wang" userId="79a1b406-dea6-4665-9dbe-c2806ed1c799" providerId="ADAL" clId="{92D3AD6C-A176-4BBD-B0A6-BCB87BCE83E3}" dt="2024-07-13T18:27:36.865" v="63" actId="571"/>
          <ac:grpSpMkLst>
            <pc:docMk/>
            <pc:sldMk cId="3390449641" sldId="405"/>
            <ac:grpSpMk id="71" creationId="{58E54878-28F8-A0E5-3BF8-F9E333D4A499}"/>
          </ac:grpSpMkLst>
        </pc:grpChg>
        <pc:grpChg chg="add mod ord">
          <ac:chgData name="Sheng Wang" userId="79a1b406-dea6-4665-9dbe-c2806ed1c799" providerId="ADAL" clId="{92D3AD6C-A176-4BBD-B0A6-BCB87BCE83E3}" dt="2024-07-13T18:34:19.091" v="147" actId="166"/>
          <ac:grpSpMkLst>
            <pc:docMk/>
            <pc:sldMk cId="3390449641" sldId="405"/>
            <ac:grpSpMk id="76" creationId="{A38F3D52-F587-AE41-A775-3DBC2CE32FF0}"/>
          </ac:grpSpMkLst>
        </pc:grpChg>
        <pc:grpChg chg="add mod">
          <ac:chgData name="Sheng Wang" userId="79a1b406-dea6-4665-9dbe-c2806ed1c799" providerId="ADAL" clId="{92D3AD6C-A176-4BBD-B0A6-BCB87BCE83E3}" dt="2024-07-13T18:27:47.684" v="67" actId="14100"/>
          <ac:grpSpMkLst>
            <pc:docMk/>
            <pc:sldMk cId="3390449641" sldId="405"/>
            <ac:grpSpMk id="81" creationId="{FBBA88C3-6F54-BA86-C477-CE1D7A68B8E7}"/>
          </ac:grpSpMkLst>
        </pc:grpChg>
        <pc:grpChg chg="add mod">
          <ac:chgData name="Sheng Wang" userId="79a1b406-dea6-4665-9dbe-c2806ed1c799" providerId="ADAL" clId="{92D3AD6C-A176-4BBD-B0A6-BCB87BCE83E3}" dt="2024-07-13T18:27:52.970" v="68" actId="571"/>
          <ac:grpSpMkLst>
            <pc:docMk/>
            <pc:sldMk cId="3390449641" sldId="405"/>
            <ac:grpSpMk id="86" creationId="{7C0937DB-F928-F966-7160-27755474A674}"/>
          </ac:grpSpMkLst>
        </pc:grpChg>
        <pc:grpChg chg="add mod">
          <ac:chgData name="Sheng Wang" userId="79a1b406-dea6-4665-9dbe-c2806ed1c799" providerId="ADAL" clId="{92D3AD6C-A176-4BBD-B0A6-BCB87BCE83E3}" dt="2024-07-13T18:27:59.850" v="69" actId="571"/>
          <ac:grpSpMkLst>
            <pc:docMk/>
            <pc:sldMk cId="3390449641" sldId="405"/>
            <ac:grpSpMk id="93" creationId="{EE03AA38-3066-98B6-8061-8EE304CA76B8}"/>
          </ac:grpSpMkLst>
        </pc:grpChg>
      </pc:sldChg>
    </pc:docChg>
  </pc:docChgLst>
  <pc:docChgLst>
    <pc:chgData name="Sheng Wang" userId="79a1b406-dea6-4665-9dbe-c2806ed1c799" providerId="ADAL" clId="{AEF136BF-083E-4B09-A08F-1D21653FCD00}"/>
    <pc:docChg chg="undo custSel addSld modSld">
      <pc:chgData name="Sheng Wang" userId="79a1b406-dea6-4665-9dbe-c2806ed1c799" providerId="ADAL" clId="{AEF136BF-083E-4B09-A08F-1D21653FCD00}" dt="2025-02-12T16:52:36.019" v="2107" actId="14100"/>
      <pc:docMkLst>
        <pc:docMk/>
      </pc:docMkLst>
      <pc:sldChg chg="addSp delSp modSp new mod">
        <pc:chgData name="Sheng Wang" userId="79a1b406-dea6-4665-9dbe-c2806ed1c799" providerId="ADAL" clId="{AEF136BF-083E-4B09-A08F-1D21653FCD00}" dt="2025-02-12T16:47:54.166" v="2052" actId="207"/>
        <pc:sldMkLst>
          <pc:docMk/>
          <pc:sldMk cId="1464856165" sldId="406"/>
        </pc:sldMkLst>
        <pc:spChg chg="del">
          <ac:chgData name="Sheng Wang" userId="79a1b406-dea6-4665-9dbe-c2806ed1c799" providerId="ADAL" clId="{AEF136BF-083E-4B09-A08F-1D21653FCD00}" dt="2025-02-12T16:07:19.163" v="1" actId="478"/>
          <ac:spMkLst>
            <pc:docMk/>
            <pc:sldMk cId="1464856165" sldId="406"/>
            <ac:spMk id="2" creationId="{1B7879B4-6E45-C2A1-EEBB-F568F7B5F269}"/>
          </ac:spMkLst>
        </pc:spChg>
        <pc:spChg chg="del">
          <ac:chgData name="Sheng Wang" userId="79a1b406-dea6-4665-9dbe-c2806ed1c799" providerId="ADAL" clId="{AEF136BF-083E-4B09-A08F-1D21653FCD00}" dt="2025-02-12T16:07:19.163" v="1" actId="478"/>
          <ac:spMkLst>
            <pc:docMk/>
            <pc:sldMk cId="1464856165" sldId="406"/>
            <ac:spMk id="3" creationId="{1505CC6E-F2E2-00EC-FF52-8972609ABD8F}"/>
          </ac:spMkLst>
        </pc:spChg>
        <pc:spChg chg="add mod">
          <ac:chgData name="Sheng Wang" userId="79a1b406-dea6-4665-9dbe-c2806ed1c799" providerId="ADAL" clId="{AEF136BF-083E-4B09-A08F-1D21653FCD00}" dt="2025-02-12T16:39:21.940" v="1736" actId="164"/>
          <ac:spMkLst>
            <pc:docMk/>
            <pc:sldMk cId="1464856165" sldId="406"/>
            <ac:spMk id="4" creationId="{3EB19E64-53B5-88A7-AF22-47A0857E68E5}"/>
          </ac:spMkLst>
        </pc:spChg>
        <pc:spChg chg="add mod">
          <ac:chgData name="Sheng Wang" userId="79a1b406-dea6-4665-9dbe-c2806ed1c799" providerId="ADAL" clId="{AEF136BF-083E-4B09-A08F-1D21653FCD00}" dt="2025-02-12T16:39:21.940" v="1736" actId="164"/>
          <ac:spMkLst>
            <pc:docMk/>
            <pc:sldMk cId="1464856165" sldId="406"/>
            <ac:spMk id="5" creationId="{89B45CBC-EAE7-6428-405B-55DACFD97CAE}"/>
          </ac:spMkLst>
        </pc:spChg>
        <pc:spChg chg="add mod">
          <ac:chgData name="Sheng Wang" userId="79a1b406-dea6-4665-9dbe-c2806ed1c799" providerId="ADAL" clId="{AEF136BF-083E-4B09-A08F-1D21653FCD00}" dt="2025-02-12T16:39:21.940" v="1736" actId="164"/>
          <ac:spMkLst>
            <pc:docMk/>
            <pc:sldMk cId="1464856165" sldId="406"/>
            <ac:spMk id="6" creationId="{FC7D041A-9EE7-91FE-CF4C-F2883BD9DB82}"/>
          </ac:spMkLst>
        </pc:spChg>
        <pc:spChg chg="add mod">
          <ac:chgData name="Sheng Wang" userId="79a1b406-dea6-4665-9dbe-c2806ed1c799" providerId="ADAL" clId="{AEF136BF-083E-4B09-A08F-1D21653FCD00}" dt="2025-02-12T16:39:21.940" v="1736" actId="164"/>
          <ac:spMkLst>
            <pc:docMk/>
            <pc:sldMk cId="1464856165" sldId="406"/>
            <ac:spMk id="7" creationId="{F446112A-A43F-BCA5-A2C9-B70EA3AD4F17}"/>
          </ac:spMkLst>
        </pc:spChg>
        <pc:spChg chg="add mod">
          <ac:chgData name="Sheng Wang" userId="79a1b406-dea6-4665-9dbe-c2806ed1c799" providerId="ADAL" clId="{AEF136BF-083E-4B09-A08F-1D21653FCD00}" dt="2025-02-12T16:39:21.940" v="1736" actId="164"/>
          <ac:spMkLst>
            <pc:docMk/>
            <pc:sldMk cId="1464856165" sldId="406"/>
            <ac:spMk id="8" creationId="{0BB7ECD5-2ADB-D695-41C9-284E843232DC}"/>
          </ac:spMkLst>
        </pc:spChg>
        <pc:spChg chg="add mod">
          <ac:chgData name="Sheng Wang" userId="79a1b406-dea6-4665-9dbe-c2806ed1c799" providerId="ADAL" clId="{AEF136BF-083E-4B09-A08F-1D21653FCD00}" dt="2025-02-12T16:39:21.940" v="1736" actId="164"/>
          <ac:spMkLst>
            <pc:docMk/>
            <pc:sldMk cId="1464856165" sldId="406"/>
            <ac:spMk id="9" creationId="{93B3BC40-16EB-0298-1D7A-8EB5D1AA1C48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10" creationId="{6F1101CF-F5D4-D0DE-33E5-8CD97F3E2AA2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11" creationId="{277C5F91-74FA-2203-4FEC-766F2CDB48AA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12" creationId="{E9E19A16-8EEB-2EFC-0166-12423B538053}"/>
          </ac:spMkLst>
        </pc:spChg>
        <pc:spChg chg="add del mod">
          <ac:chgData name="Sheng Wang" userId="79a1b406-dea6-4665-9dbe-c2806ed1c799" providerId="ADAL" clId="{AEF136BF-083E-4B09-A08F-1D21653FCD00}" dt="2025-02-12T16:32:54.162" v="1369" actId="478"/>
          <ac:spMkLst>
            <pc:docMk/>
            <pc:sldMk cId="1464856165" sldId="406"/>
            <ac:spMk id="13" creationId="{4980FCD8-6D1D-547F-A497-1DBD22E39345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14" creationId="{BB007902-CF80-FA9F-DD8F-222B74117C9A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15" creationId="{1A2D3185-A1DB-2CF0-4B7A-E8057FA82510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16" creationId="{15AC4F0C-6E78-E2DD-93A4-FB284C3D604B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17" creationId="{5476DCB2-376D-598E-47D4-AB2107294402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18" creationId="{26F65D67-FEA1-6644-74B4-00DF2AB82B36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19" creationId="{9278AB48-D1C8-84A4-BA90-83B13B151D21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20" creationId="{8D12167B-9205-87A9-D8E3-8970003A848F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21" creationId="{2CAEBFCE-495D-492F-E0EB-195CDF906350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22" creationId="{20AEE88D-A455-ECE8-8EFC-09F289E5EBD4}"/>
          </ac:spMkLst>
        </pc:spChg>
        <pc:spChg chg="add mod">
          <ac:chgData name="Sheng Wang" userId="79a1b406-dea6-4665-9dbe-c2806ed1c799" providerId="ADAL" clId="{AEF136BF-083E-4B09-A08F-1D21653FCD00}" dt="2025-02-12T16:46:48.522" v="2045" actId="164"/>
          <ac:spMkLst>
            <pc:docMk/>
            <pc:sldMk cId="1464856165" sldId="406"/>
            <ac:spMk id="23" creationId="{ED85DDA0-2341-FF03-1F96-AAB8F9895647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24" creationId="{F8AAA0A3-9346-FDAA-F230-621D6552458C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56" creationId="{D3A9A030-1A3F-5001-33A6-8598926725B3}"/>
          </ac:spMkLst>
        </pc:spChg>
        <pc:spChg chg="add del mod">
          <ac:chgData name="Sheng Wang" userId="79a1b406-dea6-4665-9dbe-c2806ed1c799" providerId="ADAL" clId="{AEF136BF-083E-4B09-A08F-1D21653FCD00}" dt="2025-02-12T16:42:49.440" v="1926" actId="478"/>
          <ac:spMkLst>
            <pc:docMk/>
            <pc:sldMk cId="1464856165" sldId="406"/>
            <ac:spMk id="77" creationId="{55BE2CD5-CD8C-527C-3611-96073047E924}"/>
          </ac:spMkLst>
        </pc:spChg>
        <pc:spChg chg="add mod">
          <ac:chgData name="Sheng Wang" userId="79a1b406-dea6-4665-9dbe-c2806ed1c799" providerId="ADAL" clId="{AEF136BF-083E-4B09-A08F-1D21653FCD00}" dt="2025-02-12T16:43:07.551" v="1931" actId="164"/>
          <ac:spMkLst>
            <pc:docMk/>
            <pc:sldMk cId="1464856165" sldId="406"/>
            <ac:spMk id="78" creationId="{75FC7511-965E-A3B6-A336-974F85D32910}"/>
          </ac:spMkLst>
        </pc:spChg>
        <pc:spChg chg="add mod">
          <ac:chgData name="Sheng Wang" userId="79a1b406-dea6-4665-9dbe-c2806ed1c799" providerId="ADAL" clId="{AEF136BF-083E-4B09-A08F-1D21653FCD00}" dt="2025-02-12T16:43:07.551" v="1931" actId="164"/>
          <ac:spMkLst>
            <pc:docMk/>
            <pc:sldMk cId="1464856165" sldId="406"/>
            <ac:spMk id="79" creationId="{F20AB9E5-B557-3863-8024-F4A7C8576995}"/>
          </ac:spMkLst>
        </pc:spChg>
        <pc:spChg chg="add mod">
          <ac:chgData name="Sheng Wang" userId="79a1b406-dea6-4665-9dbe-c2806ed1c799" providerId="ADAL" clId="{AEF136BF-083E-4B09-A08F-1D21653FCD00}" dt="2025-02-12T16:43:07.551" v="1931" actId="164"/>
          <ac:spMkLst>
            <pc:docMk/>
            <pc:sldMk cId="1464856165" sldId="406"/>
            <ac:spMk id="80" creationId="{7BD181A3-C7FC-797F-8807-FB77B8195023}"/>
          </ac:spMkLst>
        </pc:spChg>
        <pc:spChg chg="add mod">
          <ac:chgData name="Sheng Wang" userId="79a1b406-dea6-4665-9dbe-c2806ed1c799" providerId="ADAL" clId="{AEF136BF-083E-4B09-A08F-1D21653FCD00}" dt="2025-02-12T16:43:07.551" v="1931" actId="164"/>
          <ac:spMkLst>
            <pc:docMk/>
            <pc:sldMk cId="1464856165" sldId="406"/>
            <ac:spMk id="81" creationId="{6EF1C9E5-8686-5D4E-5C22-59DB74AEAAEB}"/>
          </ac:spMkLst>
        </pc:spChg>
        <pc:spChg chg="add mod">
          <ac:chgData name="Sheng Wang" userId="79a1b406-dea6-4665-9dbe-c2806ed1c799" providerId="ADAL" clId="{AEF136BF-083E-4B09-A08F-1D21653FCD00}" dt="2025-02-12T16:46:35.325" v="2043" actId="164"/>
          <ac:spMkLst>
            <pc:docMk/>
            <pc:sldMk cId="1464856165" sldId="406"/>
            <ac:spMk id="83" creationId="{CE5E0F49-8D70-2B13-C931-5ACC57C0BE7A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85" creationId="{042BEBF1-8148-B121-B0AC-A85574E422F6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86" creationId="{70A1C90B-A84A-620D-17CF-3DE792FCC8FC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87" creationId="{1A75E12B-99F2-10A6-0A53-8808D999A3FA}"/>
          </ac:spMkLst>
        </pc:spChg>
        <pc:spChg chg="add mod">
          <ac:chgData name="Sheng Wang" userId="79a1b406-dea6-4665-9dbe-c2806ed1c799" providerId="ADAL" clId="{AEF136BF-083E-4B09-A08F-1D21653FCD00}" dt="2025-02-12T16:46:40.629" v="2044" actId="164"/>
          <ac:spMkLst>
            <pc:docMk/>
            <pc:sldMk cId="1464856165" sldId="406"/>
            <ac:spMk id="89" creationId="{6F2AF234-7408-5720-A202-64672ECB7576}"/>
          </ac:spMkLst>
        </pc:spChg>
        <pc:spChg chg="add mod">
          <ac:chgData name="Sheng Wang" userId="79a1b406-dea6-4665-9dbe-c2806ed1c799" providerId="ADAL" clId="{AEF136BF-083E-4B09-A08F-1D21653FCD00}" dt="2025-02-12T16:47:54.166" v="2052" actId="207"/>
          <ac:spMkLst>
            <pc:docMk/>
            <pc:sldMk cId="1464856165" sldId="406"/>
            <ac:spMk id="93" creationId="{0C716569-8C39-0760-010D-1DF9DD28F497}"/>
          </ac:spMkLst>
        </pc:spChg>
        <pc:spChg chg="add mod">
          <ac:chgData name="Sheng Wang" userId="79a1b406-dea6-4665-9dbe-c2806ed1c799" providerId="ADAL" clId="{AEF136BF-083E-4B09-A08F-1D21653FCD00}" dt="2025-02-12T16:47:54.166" v="2052" actId="207"/>
          <ac:spMkLst>
            <pc:docMk/>
            <pc:sldMk cId="1464856165" sldId="406"/>
            <ac:spMk id="94" creationId="{D3EDCC87-783F-B7F8-CD07-D462DC90152C}"/>
          </ac:spMkLst>
        </pc:spChg>
        <pc:grpChg chg="add mod">
          <ac:chgData name="Sheng Wang" userId="79a1b406-dea6-4665-9dbe-c2806ed1c799" providerId="ADAL" clId="{AEF136BF-083E-4B09-A08F-1D21653FCD00}" dt="2025-02-12T16:46:48.522" v="2045" actId="164"/>
          <ac:grpSpMkLst>
            <pc:docMk/>
            <pc:sldMk cId="1464856165" sldId="406"/>
            <ac:grpSpMk id="82" creationId="{3837A99F-DB26-9FA5-29E4-6B5E1F56A013}"/>
          </ac:grpSpMkLst>
        </pc:grpChg>
        <pc:grpChg chg="add mod">
          <ac:chgData name="Sheng Wang" userId="79a1b406-dea6-4665-9dbe-c2806ed1c799" providerId="ADAL" clId="{AEF136BF-083E-4B09-A08F-1D21653FCD00}" dt="2025-02-12T16:46:35.325" v="2043" actId="164"/>
          <ac:grpSpMkLst>
            <pc:docMk/>
            <pc:sldMk cId="1464856165" sldId="406"/>
            <ac:grpSpMk id="84" creationId="{D6A877F7-BC20-DB5F-EE88-239C54C4232E}"/>
          </ac:grpSpMkLst>
        </pc:grpChg>
        <pc:grpChg chg="add mod">
          <ac:chgData name="Sheng Wang" userId="79a1b406-dea6-4665-9dbe-c2806ed1c799" providerId="ADAL" clId="{AEF136BF-083E-4B09-A08F-1D21653FCD00}" dt="2025-02-12T16:46:35.325" v="2043" actId="164"/>
          <ac:grpSpMkLst>
            <pc:docMk/>
            <pc:sldMk cId="1464856165" sldId="406"/>
            <ac:grpSpMk id="90" creationId="{34594BDF-A526-B2C4-E303-7A87AE12033B}"/>
          </ac:grpSpMkLst>
        </pc:grpChg>
        <pc:grpChg chg="add mod">
          <ac:chgData name="Sheng Wang" userId="79a1b406-dea6-4665-9dbe-c2806ed1c799" providerId="ADAL" clId="{AEF136BF-083E-4B09-A08F-1D21653FCD00}" dt="2025-02-12T16:47:45.757" v="2051" actId="408"/>
          <ac:grpSpMkLst>
            <pc:docMk/>
            <pc:sldMk cId="1464856165" sldId="406"/>
            <ac:grpSpMk id="91" creationId="{65EB3419-703A-7C05-1D68-9ADCAF33CF56}"/>
          </ac:grpSpMkLst>
        </pc:grpChg>
        <pc:grpChg chg="add mod">
          <ac:chgData name="Sheng Wang" userId="79a1b406-dea6-4665-9dbe-c2806ed1c799" providerId="ADAL" clId="{AEF136BF-083E-4B09-A08F-1D21653FCD00}" dt="2025-02-12T16:46:48.522" v="2045" actId="164"/>
          <ac:grpSpMkLst>
            <pc:docMk/>
            <pc:sldMk cId="1464856165" sldId="406"/>
            <ac:grpSpMk id="92" creationId="{65FDC520-19C7-DC3C-E7FB-028C2C2F6B37}"/>
          </ac:grpSpMkLst>
        </pc:grpChg>
        <pc:cxnChg chg="add del mod">
          <ac:chgData name="Sheng Wang" userId="79a1b406-dea6-4665-9dbe-c2806ed1c799" providerId="ADAL" clId="{AEF136BF-083E-4B09-A08F-1D21653FCD00}" dt="2025-02-12T16:32:32.815" v="1343" actId="478"/>
          <ac:cxnSpMkLst>
            <pc:docMk/>
            <pc:sldMk cId="1464856165" sldId="406"/>
            <ac:cxnSpMk id="26" creationId="{334BEF34-D2CB-2C9A-3E14-5429F18ADAAC}"/>
          </ac:cxnSpMkLst>
        </pc:cxnChg>
        <pc:cxnChg chg="add del mod">
          <ac:chgData name="Sheng Wang" userId="79a1b406-dea6-4665-9dbe-c2806ed1c799" providerId="ADAL" clId="{AEF136BF-083E-4B09-A08F-1D21653FCD00}" dt="2025-02-12T16:25:58.331" v="1179" actId="11529"/>
          <ac:cxnSpMkLst>
            <pc:docMk/>
            <pc:sldMk cId="1464856165" sldId="406"/>
            <ac:cxnSpMk id="28" creationId="{32FA8C07-B23E-DE18-FE52-66489C2E1761}"/>
          </ac:cxnSpMkLst>
        </pc:cxnChg>
        <pc:cxnChg chg="add del mod">
          <ac:chgData name="Sheng Wang" userId="79a1b406-dea6-4665-9dbe-c2806ed1c799" providerId="ADAL" clId="{AEF136BF-083E-4B09-A08F-1D21653FCD00}" dt="2025-02-12T16:32:31.971" v="1342" actId="478"/>
          <ac:cxnSpMkLst>
            <pc:docMk/>
            <pc:sldMk cId="1464856165" sldId="406"/>
            <ac:cxnSpMk id="30" creationId="{2A9F8605-2845-7A81-CCAB-9C48759931C3}"/>
          </ac:cxnSpMkLst>
        </pc:cxnChg>
        <pc:cxnChg chg="add del mod">
          <ac:chgData name="Sheng Wang" userId="79a1b406-dea6-4665-9dbe-c2806ed1c799" providerId="ADAL" clId="{AEF136BF-083E-4B09-A08F-1D21653FCD00}" dt="2025-02-12T16:32:30.913" v="1341" actId="478"/>
          <ac:cxnSpMkLst>
            <pc:docMk/>
            <pc:sldMk cId="1464856165" sldId="406"/>
            <ac:cxnSpMk id="32" creationId="{9CFA52A2-83AA-5918-EE48-F087D4215FFE}"/>
          </ac:cxnSpMkLst>
        </pc:cxnChg>
        <pc:cxnChg chg="add del mod">
          <ac:chgData name="Sheng Wang" userId="79a1b406-dea6-4665-9dbe-c2806ed1c799" providerId="ADAL" clId="{AEF136BF-083E-4B09-A08F-1D21653FCD00}" dt="2025-02-12T16:26:29.072" v="1183" actId="11529"/>
          <ac:cxnSpMkLst>
            <pc:docMk/>
            <pc:sldMk cId="1464856165" sldId="406"/>
            <ac:cxnSpMk id="34" creationId="{ED35E366-D321-EE91-F2E5-2D088A4EFC4E}"/>
          </ac:cxnSpMkLst>
        </pc:cxnChg>
        <pc:cxnChg chg="add del mod">
          <ac:chgData name="Sheng Wang" userId="79a1b406-dea6-4665-9dbe-c2806ed1c799" providerId="ADAL" clId="{AEF136BF-083E-4B09-A08F-1D21653FCD00}" dt="2025-02-12T16:26:45.410" v="1185" actId="11529"/>
          <ac:cxnSpMkLst>
            <pc:docMk/>
            <pc:sldMk cId="1464856165" sldId="406"/>
            <ac:cxnSpMk id="36" creationId="{4A3BCAF7-946E-2C82-FA31-3B07AAC18EB0}"/>
          </ac:cxnSpMkLst>
        </pc:cxnChg>
        <pc:cxnChg chg="add del mod">
          <ac:chgData name="Sheng Wang" userId="79a1b406-dea6-4665-9dbe-c2806ed1c799" providerId="ADAL" clId="{AEF136BF-083E-4B09-A08F-1D21653FCD00}" dt="2025-02-12T16:30:32.653" v="1281" actId="478"/>
          <ac:cxnSpMkLst>
            <pc:docMk/>
            <pc:sldMk cId="1464856165" sldId="406"/>
            <ac:cxnSpMk id="44" creationId="{4CC94505-AF21-3299-2E60-8DECA1EA5B96}"/>
          </ac:cxnSpMkLst>
        </pc:cxnChg>
        <pc:cxnChg chg="add mod">
          <ac:chgData name="Sheng Wang" userId="79a1b406-dea6-4665-9dbe-c2806ed1c799" providerId="ADAL" clId="{AEF136BF-083E-4B09-A08F-1D21653FCD00}" dt="2025-02-12T16:46:40.629" v="2044" actId="164"/>
          <ac:cxnSpMkLst>
            <pc:docMk/>
            <pc:sldMk cId="1464856165" sldId="406"/>
            <ac:cxnSpMk id="47" creationId="{2655A059-C0B2-AB48-CAA2-E361D7405C45}"/>
          </ac:cxnSpMkLst>
        </pc:cxnChg>
        <pc:cxnChg chg="add mod">
          <ac:chgData name="Sheng Wang" userId="79a1b406-dea6-4665-9dbe-c2806ed1c799" providerId="ADAL" clId="{AEF136BF-083E-4B09-A08F-1D21653FCD00}" dt="2025-02-12T16:46:40.629" v="2044" actId="164"/>
          <ac:cxnSpMkLst>
            <pc:docMk/>
            <pc:sldMk cId="1464856165" sldId="406"/>
            <ac:cxnSpMk id="49" creationId="{79F12550-C13F-085D-32BE-C118E6E7DF69}"/>
          </ac:cxnSpMkLst>
        </pc:cxnChg>
        <pc:cxnChg chg="add mod">
          <ac:chgData name="Sheng Wang" userId="79a1b406-dea6-4665-9dbe-c2806ed1c799" providerId="ADAL" clId="{AEF136BF-083E-4B09-A08F-1D21653FCD00}" dt="2025-02-12T16:46:40.629" v="2044" actId="164"/>
          <ac:cxnSpMkLst>
            <pc:docMk/>
            <pc:sldMk cId="1464856165" sldId="406"/>
            <ac:cxnSpMk id="51" creationId="{4D5FC2A7-D10C-35B2-D139-16CA3E385FBC}"/>
          </ac:cxnSpMkLst>
        </pc:cxnChg>
        <pc:cxnChg chg="add mod">
          <ac:chgData name="Sheng Wang" userId="79a1b406-dea6-4665-9dbe-c2806ed1c799" providerId="ADAL" clId="{AEF136BF-083E-4B09-A08F-1D21653FCD00}" dt="2025-02-12T16:46:40.629" v="2044" actId="164"/>
          <ac:cxnSpMkLst>
            <pc:docMk/>
            <pc:sldMk cId="1464856165" sldId="406"/>
            <ac:cxnSpMk id="53" creationId="{B1512FC6-2D48-64EE-F1B0-A7B71C0FAD31}"/>
          </ac:cxnSpMkLst>
        </pc:cxnChg>
        <pc:cxnChg chg="add mod">
          <ac:chgData name="Sheng Wang" userId="79a1b406-dea6-4665-9dbe-c2806ed1c799" providerId="ADAL" clId="{AEF136BF-083E-4B09-A08F-1D21653FCD00}" dt="2025-02-12T16:46:40.629" v="2044" actId="164"/>
          <ac:cxnSpMkLst>
            <pc:docMk/>
            <pc:sldMk cId="1464856165" sldId="406"/>
            <ac:cxnSpMk id="58" creationId="{4F66C395-25CC-8A6C-4776-CFF477C70336}"/>
          </ac:cxnSpMkLst>
        </pc:cxnChg>
        <pc:cxnChg chg="add mod">
          <ac:chgData name="Sheng Wang" userId="79a1b406-dea6-4665-9dbe-c2806ed1c799" providerId="ADAL" clId="{AEF136BF-083E-4B09-A08F-1D21653FCD00}" dt="2025-02-12T16:46:40.629" v="2044" actId="164"/>
          <ac:cxnSpMkLst>
            <pc:docMk/>
            <pc:sldMk cId="1464856165" sldId="406"/>
            <ac:cxnSpMk id="60" creationId="{9C31EB06-1D2D-40D6-1454-52D67A13DD29}"/>
          </ac:cxnSpMkLst>
        </pc:cxnChg>
        <pc:cxnChg chg="add mod">
          <ac:chgData name="Sheng Wang" userId="79a1b406-dea6-4665-9dbe-c2806ed1c799" providerId="ADAL" clId="{AEF136BF-083E-4B09-A08F-1D21653FCD00}" dt="2025-02-12T16:46:40.629" v="2044" actId="164"/>
          <ac:cxnSpMkLst>
            <pc:docMk/>
            <pc:sldMk cId="1464856165" sldId="406"/>
            <ac:cxnSpMk id="62" creationId="{D7034FC2-B9E4-2486-08FA-70D1D439A300}"/>
          </ac:cxnSpMkLst>
        </pc:cxnChg>
        <pc:cxnChg chg="add mod">
          <ac:chgData name="Sheng Wang" userId="79a1b406-dea6-4665-9dbe-c2806ed1c799" providerId="ADAL" clId="{AEF136BF-083E-4B09-A08F-1D21653FCD00}" dt="2025-02-12T16:46:40.629" v="2044" actId="164"/>
          <ac:cxnSpMkLst>
            <pc:docMk/>
            <pc:sldMk cId="1464856165" sldId="406"/>
            <ac:cxnSpMk id="72" creationId="{0B873943-7612-FF97-AEA8-83B00A7FB913}"/>
          </ac:cxnSpMkLst>
        </pc:cxnChg>
        <pc:cxnChg chg="add mod">
          <ac:chgData name="Sheng Wang" userId="79a1b406-dea6-4665-9dbe-c2806ed1c799" providerId="ADAL" clId="{AEF136BF-083E-4B09-A08F-1D21653FCD00}" dt="2025-02-12T16:46:40.629" v="2044" actId="164"/>
          <ac:cxnSpMkLst>
            <pc:docMk/>
            <pc:sldMk cId="1464856165" sldId="406"/>
            <ac:cxnSpMk id="74" creationId="{DD81214C-46CD-5AB1-90BE-C572D34BBE6F}"/>
          </ac:cxnSpMkLst>
        </pc:cxnChg>
        <pc:cxnChg chg="add mod">
          <ac:chgData name="Sheng Wang" userId="79a1b406-dea6-4665-9dbe-c2806ed1c799" providerId="ADAL" clId="{AEF136BF-083E-4B09-A08F-1D21653FCD00}" dt="2025-02-12T16:46:40.629" v="2044" actId="164"/>
          <ac:cxnSpMkLst>
            <pc:docMk/>
            <pc:sldMk cId="1464856165" sldId="406"/>
            <ac:cxnSpMk id="76" creationId="{D96FDC98-10AB-5948-FE61-AAC67268BE79}"/>
          </ac:cxnSpMkLst>
        </pc:cxnChg>
      </pc:sldChg>
      <pc:sldChg chg="addSp delSp modSp new mod">
        <pc:chgData name="Sheng Wang" userId="79a1b406-dea6-4665-9dbe-c2806ed1c799" providerId="ADAL" clId="{AEF136BF-083E-4B09-A08F-1D21653FCD00}" dt="2025-02-12T16:51:29.834" v="2077" actId="14100"/>
        <pc:sldMkLst>
          <pc:docMk/>
          <pc:sldMk cId="235298471" sldId="407"/>
        </pc:sldMkLst>
        <pc:spChg chg="del">
          <ac:chgData name="Sheng Wang" userId="79a1b406-dea6-4665-9dbe-c2806ed1c799" providerId="ADAL" clId="{AEF136BF-083E-4B09-A08F-1D21653FCD00}" dt="2025-02-12T16:50:26.660" v="2054" actId="478"/>
          <ac:spMkLst>
            <pc:docMk/>
            <pc:sldMk cId="235298471" sldId="407"/>
            <ac:spMk id="2" creationId="{9EA0DAF3-C5CE-C61D-06BA-6E19071FED1E}"/>
          </ac:spMkLst>
        </pc:spChg>
        <pc:spChg chg="del">
          <ac:chgData name="Sheng Wang" userId="79a1b406-dea6-4665-9dbe-c2806ed1c799" providerId="ADAL" clId="{AEF136BF-083E-4B09-A08F-1D21653FCD00}" dt="2025-02-12T16:50:26.660" v="2054" actId="478"/>
          <ac:spMkLst>
            <pc:docMk/>
            <pc:sldMk cId="235298471" sldId="407"/>
            <ac:spMk id="3" creationId="{AF73A020-A454-2066-1BC6-E64CD8EBDFAF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4" creationId="{8E4D6C91-6D3B-F380-CA9F-47F122CA83EA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5" creationId="{FE8AE9A2-A1C0-9A18-08FE-0AAE356D0359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6" creationId="{5B999D41-CE1B-20ED-564D-ED38ABF08E42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7" creationId="{ED510F7A-1C84-E6B0-E74E-6390E52C791D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8" creationId="{6293D865-7064-9B9E-A37E-86AB4A193E25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9" creationId="{D63C88E8-C973-308D-F520-125A17422EAA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21" creationId="{ADC29379-0493-0704-25AF-E460E0877EF4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22" creationId="{A49708DF-C68B-C8E7-0F7A-9F94D1F4782E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24" creationId="{B152079A-28B2-23D7-9093-96793D5219D6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25" creationId="{5ED9768E-AADE-55C5-5066-F31D389441D8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27" creationId="{0EDD37FF-C497-1ECB-4784-79B5A0C5714C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28" creationId="{0E1AA8E3-6280-3A26-34B5-61C8B97A1720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30" creationId="{0F2758CB-9774-DA0C-AE7C-D42CDB04BB62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31" creationId="{9A93A694-9CA0-A87C-1E59-41D579A38CE3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33" creationId="{80F2DDD3-C1C7-EF82-68AF-169025D1A032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34" creationId="{DCCA0195-66AB-B084-AB7E-1573EECD8E5A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36" creationId="{B0B3ED30-F530-855D-0D7E-EA81CC662979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37" creationId="{3D69A908-786C-5B37-BF4D-D5677BF6EAB5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39" creationId="{20B9E078-F9F5-0CD3-A164-12539FB77BE4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40" creationId="{8E87D759-218F-17B2-C0C9-725625261EF2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42" creationId="{0CC459FF-6215-3798-66FE-161F8A6D86F7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43" creationId="{81CFA2EE-DB2A-409F-D136-9DCF9BA95C14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46" creationId="{CACF535D-4FB4-C4F2-7F6B-84C6979C5BBD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47" creationId="{D6682503-84B2-EE07-491C-5CCE8D547D99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49" creationId="{E21BBFFC-A4A4-B1C7-AD36-086D631E1971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51" creationId="{728816A6-3B23-3023-8D37-E075A350904F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52" creationId="{FD612BE4-860F-1CAB-9BC6-861D1DB017BD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53" creationId="{5AAB37F5-5200-B18C-E832-FBCED262C9B5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54" creationId="{F4FFFEFD-5247-E623-C56D-F845948AEA5C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56" creationId="{E8ED2C54-D9D1-007E-1574-F52B74BA5A63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57" creationId="{1D7545F5-0D58-58EB-C587-42831509A683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59" creationId="{292E4577-3C3F-8C8D-7F9D-4821F85C6AD6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60" creationId="{7EF63DC7-61DE-90FB-13DE-9E2F4FDB96F9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62" creationId="{711F2EA0-B050-75ED-1F63-398BC3171E4C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63" creationId="{892BE4E6-D2C9-6645-24C3-8E4AC83D5E08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64" creationId="{75A9E8A0-015B-CA06-9E15-9F6302D21D5A}"/>
          </ac:spMkLst>
        </pc:spChg>
        <pc:spChg chg="add mod">
          <ac:chgData name="Sheng Wang" userId="79a1b406-dea6-4665-9dbe-c2806ed1c799" providerId="ADAL" clId="{AEF136BF-083E-4B09-A08F-1D21653FCD00}" dt="2025-02-12T16:51:22.102" v="2076" actId="20577"/>
          <ac:spMkLst>
            <pc:docMk/>
            <pc:sldMk cId="235298471" sldId="407"/>
            <ac:spMk id="65" creationId="{6050DD2E-3578-FC3F-BB89-8174286B5BEE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66" creationId="{F11BD413-C6C1-E642-9EB5-01C857CA6B2B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68" creationId="{4B261A02-A6DF-562D-95FD-D23D39CFCB8F}"/>
          </ac:spMkLst>
        </pc:spChg>
        <pc:spChg chg="add mod">
          <ac:chgData name="Sheng Wang" userId="79a1b406-dea6-4665-9dbe-c2806ed1c799" providerId="ADAL" clId="{AEF136BF-083E-4B09-A08F-1D21653FCD00}" dt="2025-02-12T16:51:29.834" v="2077" actId="14100"/>
          <ac:spMkLst>
            <pc:docMk/>
            <pc:sldMk cId="235298471" sldId="407"/>
            <ac:spMk id="69" creationId="{9D44D568-F65A-DA02-7CC1-B50468FB42C1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70" creationId="{5A737403-BCC0-80F1-640E-BC2AB23FB99F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71" creationId="{E912E00D-503D-5ECD-FECF-A7A9708EF457}"/>
          </ac:spMkLst>
        </pc:spChg>
        <pc:spChg chg="add mod">
          <ac:chgData name="Sheng Wang" userId="79a1b406-dea6-4665-9dbe-c2806ed1c799" providerId="ADAL" clId="{AEF136BF-083E-4B09-A08F-1D21653FCD00}" dt="2025-02-12T16:50:59.907" v="2066" actId="14100"/>
          <ac:spMkLst>
            <pc:docMk/>
            <pc:sldMk cId="235298471" sldId="407"/>
            <ac:spMk id="72" creationId="{86778298-EA1E-20BD-0464-151A5265F6D5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74" creationId="{B17B5440-CB7E-5F1F-4FC4-48B7A999C3C5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75" creationId="{51911EC4-E7E3-A26E-B489-52D2BD760D5B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76" creationId="{25A16DBA-E13E-4B76-F822-B7BE32F17BB1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78" creationId="{8B70ED7E-DA75-F075-14BD-4C8B68884383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80" creationId="{76839DBE-FD6C-EE10-251F-F879E12ABA13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82" creationId="{20AF7FF2-6762-1537-C281-107C3ECD2F14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83" creationId="{2C914CA4-DD2D-D883-EA00-F4820D80D09D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84" creationId="{BAF67CCC-6956-0330-A975-7CCF978C2CA7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85" creationId="{6F662671-C960-31EE-B3C6-3BD6A261361D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86" creationId="{89AAFC36-61BB-3072-BA94-6B528C9F88F3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87" creationId="{DD17A655-0ECE-99D2-9188-276858B0D7C4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88" creationId="{575CC748-283F-175F-C5DF-66BAE7A0889E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89" creationId="{9738EE6E-0C7A-F31B-D479-CD00EB5AF807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90" creationId="{C940324F-712B-0374-9B2D-FF8EB8B8C40F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91" creationId="{438A0FF0-042B-B7A7-2132-C10DDC8E8F2D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92" creationId="{F2EE22BA-DF1A-B72B-189F-B414E9F46B04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93" creationId="{A56E353B-A751-1524-A3E4-C4604F9CA756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94" creationId="{75307607-9D9F-31E1-F550-0130776EED51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95" creationId="{A93A173D-FCF8-B3D5-EC39-AF81770AF9E8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08" creationId="{050AA52F-C0B6-C044-83BA-E1FE97933C8E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09" creationId="{1C52339A-B271-7024-BBF1-3E6995B3532C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110" creationId="{7F59E269-6414-6C9B-FD4B-3978A51B3BE1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111" creationId="{70B0A2EE-1F0B-BC8B-A583-BC3BA568D370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112" creationId="{485A0F07-BC6B-A698-7F5A-618E4D0C6E30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113" creationId="{D544F0E6-E57F-6C65-FE87-65B229933C90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114" creationId="{DB880748-6AEB-9EB9-F584-119C46B689FB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24" creationId="{077C4458-6BD0-4581-4DE2-85FBADEB83DB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25" creationId="{703BF940-1868-0D07-42FD-509EC52D30C4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126" creationId="{3C6CCC9C-D503-55CE-EB36-40196ED1C82D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30" creationId="{2647E012-26DF-D1C7-84D4-F33859F76567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31" creationId="{55A38738-9B59-EF0A-DEB2-E8B0BB4F615B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35" creationId="{5616A372-C9AB-7006-F754-577A0E01D4DE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36" creationId="{C0CEC8BF-1FA6-1D6D-F297-E14D9685F89F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40" creationId="{60C45A77-94E7-62AE-62CF-389E941A0782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41" creationId="{4F8F22D9-647E-D37E-04DD-5A74E3F92720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45" creationId="{7600978C-D241-E33E-B045-A4D3A22C2799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46" creationId="{56F25708-7754-44F5-D70C-094AADEC7C73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148" creationId="{7675FC14-F91D-9313-5FA4-003CDEF925FB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149" creationId="{97963E4F-28E0-8CF2-B035-E4C21BCFA404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150" creationId="{B566CFB9-F1C8-6675-B37A-FEF471276943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151" creationId="{CC1E8B30-0582-0084-1096-7FB93545A636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152" creationId="{8466571C-79BC-474D-B5CF-38B3FD56ED7B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153" creationId="{3195E280-4A4F-BC63-F024-9C23D4281556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154" creationId="{49E245C1-B42C-197F-33A2-873446A3C90A}"/>
          </ac:spMkLst>
        </pc:spChg>
        <pc:spChg chg="add mod">
          <ac:chgData name="Sheng Wang" userId="79a1b406-dea6-4665-9dbe-c2806ed1c799" providerId="ADAL" clId="{AEF136BF-083E-4B09-A08F-1D21653FCD00}" dt="2025-02-12T16:50:51.874" v="2065" actId="2711"/>
          <ac:spMkLst>
            <pc:docMk/>
            <pc:sldMk cId="235298471" sldId="407"/>
            <ac:spMk id="155" creationId="{A2FE26E6-6469-65FA-8285-01FA236B4BC0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62" creationId="{4147763F-182E-8FF4-9490-EBCDFF45533C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63" creationId="{08FDC66C-1BFD-474D-1A20-195E6432F049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65" creationId="{3D4284FF-8EDB-2E7D-C771-7AEB68BDAF1A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67" creationId="{0558FDAD-54DF-1AF1-91F8-2DA86EE42B9E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69" creationId="{2AAD16C4-589C-2918-CE93-ABD917EA2D75}"/>
          </ac:spMkLst>
        </pc:spChg>
        <pc:spChg chg="mod">
          <ac:chgData name="Sheng Wang" userId="79a1b406-dea6-4665-9dbe-c2806ed1c799" providerId="ADAL" clId="{AEF136BF-083E-4B09-A08F-1D21653FCD00}" dt="2025-02-12T16:50:26.883" v="2055"/>
          <ac:spMkLst>
            <pc:docMk/>
            <pc:sldMk cId="235298471" sldId="407"/>
            <ac:spMk id="171" creationId="{AD46DCE0-CA4E-ECF9-5882-1752AF891F8F}"/>
          </ac:spMkLst>
        </pc:s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7" creationId="{9E991635-4A24-5269-2344-899E85E13AAF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8" creationId="{D21E32AD-D0EC-B8AC-DDAE-EFBC1DC2D553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9" creationId="{FA1400F2-4DBE-DCB0-FDF0-14B35BD15B12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10" creationId="{A68B0DFC-429D-46F3-AAA6-4CD0CB2723F8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11" creationId="{88490E93-0A19-78D7-AE85-0B82FEB7D09F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12" creationId="{AADD9CD0-CBE9-CA8E-6D70-B2F75048FE5F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13" creationId="{019195C9-4CD7-88C3-811E-8ED2004EE210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14" creationId="{73F38EAF-2966-287E-7EEA-C8C885CF3364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15" creationId="{878514FD-4B9A-2690-C481-2D2C06AD7A01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16" creationId="{3521784B-77CA-E6AF-ED85-16C745888721}"/>
          </ac:grpSpMkLst>
        </pc:gr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45" creationId="{BB7AE11F-A1D5-2D67-79EE-526D7272332C}"/>
          </ac:grpSpMkLst>
        </pc:gr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48" creationId="{218362CA-DCA9-E9C8-1EB6-D5B588658E3B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50" creationId="{B421BD69-100F-EED4-8119-BF19506494FB}"/>
          </ac:grpSpMkLst>
        </pc:gr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55" creationId="{9C8B1D0D-5B7C-70F7-086E-30EFC00689EE}"/>
          </ac:grpSpMkLst>
        </pc:gr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58" creationId="{DB8D6640-2F8A-78AC-EC20-B766CAF5D955}"/>
          </ac:grpSpMkLst>
        </pc:gr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61" creationId="{165CEFB1-391C-23F0-A33B-6401B882B7DD}"/>
          </ac:grpSpMkLst>
        </pc:gr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73" creationId="{68D75F1A-50A9-600F-E78A-5F0E35FB162A}"/>
          </ac:grpSpMkLst>
        </pc:gr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79" creationId="{DA6BEF5A-C20B-3520-B912-D219AE5C0ED8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81" creationId="{B1D852D9-944E-AE8C-D735-392F3C147434}"/>
          </ac:grpSpMkLst>
        </pc:gr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105" creationId="{72FBFF8C-90DD-02F9-88E5-5A1CEBB8D351}"/>
          </ac:grpSpMkLst>
        </pc:gr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121" creationId="{0A0F695D-F809-6D1B-2B67-8FB6A65DAA2C}"/>
          </ac:grpSpMkLst>
        </pc:gr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127" creationId="{A01F484F-BEDB-0FCC-4948-D56DB83D54F3}"/>
          </ac:grpSpMkLst>
        </pc:gr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132" creationId="{40C21CF3-8CD8-192B-F108-3A61A30D9F4D}"/>
          </ac:grpSpMkLst>
        </pc:gr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137" creationId="{E84674D9-2E42-4CA5-DAB0-39A242C2FF20}"/>
          </ac:grpSpMkLst>
        </pc:gr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142" creationId="{6690BA4A-D8AE-C388-567D-4F35CD576D48}"/>
          </ac:grpSpMkLst>
        </pc:grpChg>
        <pc:grpChg chg="add mod">
          <ac:chgData name="Sheng Wang" userId="79a1b406-dea6-4665-9dbe-c2806ed1c799" providerId="ADAL" clId="{AEF136BF-083E-4B09-A08F-1D21653FCD00}" dt="2025-02-12T16:50:51.874" v="2065" actId="2711"/>
          <ac:grpSpMkLst>
            <pc:docMk/>
            <pc:sldMk cId="235298471" sldId="407"/>
            <ac:grpSpMk id="156" creationId="{8E93C390-044E-6AE4-1929-158AD502D1AF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157" creationId="{A210F2FA-195D-65B1-0460-138B027171A3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158" creationId="{C2043CD9-C366-CCB7-3C99-16F930758F4B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159" creationId="{7A378F52-C5F7-BD9F-4E4F-B577F8E430D6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160" creationId="{4BCE65C4-B1E8-67FA-02DF-A060BF079205}"/>
          </ac:grpSpMkLst>
        </pc:grpChg>
        <pc:grpChg chg="mod">
          <ac:chgData name="Sheng Wang" userId="79a1b406-dea6-4665-9dbe-c2806ed1c799" providerId="ADAL" clId="{AEF136BF-083E-4B09-A08F-1D21653FCD00}" dt="2025-02-12T16:50:26.883" v="2055"/>
          <ac:grpSpMkLst>
            <pc:docMk/>
            <pc:sldMk cId="235298471" sldId="407"/>
            <ac:grpSpMk id="161" creationId="{62317AF1-B8DF-5367-D1CC-C9EF997306DE}"/>
          </ac:grpSpMkLst>
        </pc:grpChg>
        <pc:picChg chg="mod">
          <ac:chgData name="Sheng Wang" userId="79a1b406-dea6-4665-9dbe-c2806ed1c799" providerId="ADAL" clId="{AEF136BF-083E-4B09-A08F-1D21653FCD00}" dt="2025-02-12T16:50:26.883" v="2055"/>
          <ac:picMkLst>
            <pc:docMk/>
            <pc:sldMk cId="235298471" sldId="407"/>
            <ac:picMk id="20" creationId="{0B8B92D6-FC6B-5261-29A9-152848018781}"/>
          </ac:picMkLst>
        </pc:picChg>
        <pc:picChg chg="mod">
          <ac:chgData name="Sheng Wang" userId="79a1b406-dea6-4665-9dbe-c2806ed1c799" providerId="ADAL" clId="{AEF136BF-083E-4B09-A08F-1D21653FCD00}" dt="2025-02-12T16:50:26.883" v="2055"/>
          <ac:picMkLst>
            <pc:docMk/>
            <pc:sldMk cId="235298471" sldId="407"/>
            <ac:picMk id="23" creationId="{6626815B-0185-98CB-4F27-BD2BECB26935}"/>
          </ac:picMkLst>
        </pc:picChg>
        <pc:picChg chg="mod">
          <ac:chgData name="Sheng Wang" userId="79a1b406-dea6-4665-9dbe-c2806ed1c799" providerId="ADAL" clId="{AEF136BF-083E-4B09-A08F-1D21653FCD00}" dt="2025-02-12T16:50:26.883" v="2055"/>
          <ac:picMkLst>
            <pc:docMk/>
            <pc:sldMk cId="235298471" sldId="407"/>
            <ac:picMk id="26" creationId="{8BD94CC5-0108-BC62-9D21-2DFB1E5CD7AB}"/>
          </ac:picMkLst>
        </pc:picChg>
        <pc:picChg chg="mod">
          <ac:chgData name="Sheng Wang" userId="79a1b406-dea6-4665-9dbe-c2806ed1c799" providerId="ADAL" clId="{AEF136BF-083E-4B09-A08F-1D21653FCD00}" dt="2025-02-12T16:50:26.883" v="2055"/>
          <ac:picMkLst>
            <pc:docMk/>
            <pc:sldMk cId="235298471" sldId="407"/>
            <ac:picMk id="29" creationId="{48E571DF-915E-CF0C-30E2-B3623BD0DB8B}"/>
          </ac:picMkLst>
        </pc:picChg>
        <pc:picChg chg="mod">
          <ac:chgData name="Sheng Wang" userId="79a1b406-dea6-4665-9dbe-c2806ed1c799" providerId="ADAL" clId="{AEF136BF-083E-4B09-A08F-1D21653FCD00}" dt="2025-02-12T16:50:26.883" v="2055"/>
          <ac:picMkLst>
            <pc:docMk/>
            <pc:sldMk cId="235298471" sldId="407"/>
            <ac:picMk id="32" creationId="{AB336ACD-860D-37A7-CA87-A743BC826462}"/>
          </ac:picMkLst>
        </pc:picChg>
        <pc:picChg chg="mod">
          <ac:chgData name="Sheng Wang" userId="79a1b406-dea6-4665-9dbe-c2806ed1c799" providerId="ADAL" clId="{AEF136BF-083E-4B09-A08F-1D21653FCD00}" dt="2025-02-12T16:50:26.883" v="2055"/>
          <ac:picMkLst>
            <pc:docMk/>
            <pc:sldMk cId="235298471" sldId="407"/>
            <ac:picMk id="35" creationId="{EE3C6D06-2153-FE72-7297-5216DAB43CB1}"/>
          </ac:picMkLst>
        </pc:picChg>
        <pc:picChg chg="mod">
          <ac:chgData name="Sheng Wang" userId="79a1b406-dea6-4665-9dbe-c2806ed1c799" providerId="ADAL" clId="{AEF136BF-083E-4B09-A08F-1D21653FCD00}" dt="2025-02-12T16:50:26.883" v="2055"/>
          <ac:picMkLst>
            <pc:docMk/>
            <pc:sldMk cId="235298471" sldId="407"/>
            <ac:picMk id="38" creationId="{879F0410-64F7-5642-4074-F77AC066C921}"/>
          </ac:picMkLst>
        </pc:picChg>
        <pc:picChg chg="mod">
          <ac:chgData name="Sheng Wang" userId="79a1b406-dea6-4665-9dbe-c2806ed1c799" providerId="ADAL" clId="{AEF136BF-083E-4B09-A08F-1D21653FCD00}" dt="2025-02-12T16:50:26.883" v="2055"/>
          <ac:picMkLst>
            <pc:docMk/>
            <pc:sldMk cId="235298471" sldId="407"/>
            <ac:picMk id="41" creationId="{534CC95A-FEA0-E419-4B91-0CE44C9A0184}"/>
          </ac:picMkLst>
        </pc:picChg>
        <pc:picChg chg="mod">
          <ac:chgData name="Sheng Wang" userId="79a1b406-dea6-4665-9dbe-c2806ed1c799" providerId="ADAL" clId="{AEF136BF-083E-4B09-A08F-1D21653FCD00}" dt="2025-02-12T16:50:26.883" v="2055"/>
          <ac:picMkLst>
            <pc:docMk/>
            <pc:sldMk cId="235298471" sldId="407"/>
            <ac:picMk id="44" creationId="{C7583ABB-FDD8-9142-08A0-EC724111B79E}"/>
          </ac:picMkLst>
        </pc:pic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67" creationId="{A96C75B2-7DDF-2B67-8373-5B697C94E487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77" creationId="{E663E466-8727-107B-D9BA-E44EF236898D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96" creationId="{469A7D5D-5E0C-C519-2934-DF292480DA35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97" creationId="{49D6001C-E1D7-733E-129A-65E68FA000AF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98" creationId="{9F9299C9-CCDF-E235-47A4-5A3D779B5EB8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99" creationId="{B7CFB79F-A031-6E37-6CAE-3ADD1C3AB235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100" creationId="{C9C9FC0C-7643-0C6E-006B-F71EEDACDB99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101" creationId="{EEB081CE-7BE3-2058-F1B1-7DAF6CDF6436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102" creationId="{13805CDF-B750-468B-5261-3A0F5AF973C3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103" creationId="{45B6AC77-4207-8500-8E8D-FBB49504032A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104" creationId="{BED5EF9B-5CE1-75EA-5785-EBDB8811E29C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06" creationId="{961395E4-DACE-5212-A6C0-D1A7ACFE0C10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07" creationId="{F080CB46-9DD0-096D-996B-1F9C77162498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115" creationId="{E5592C9E-A784-17D1-F1D3-FA340B37B5ED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116" creationId="{6A94A6F3-29AA-D577-9881-CC9787E8EA59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117" creationId="{14F303CE-E3B9-DA38-7747-AD8E25F8CE09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118" creationId="{348A302E-3CE1-D613-D53E-DC86C08F06E2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119" creationId="{AACE0085-F7A5-8468-0346-7021FF6C55EC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120" creationId="{FD2FB00D-F731-DA86-30E9-E6E2360843FC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22" creationId="{CCBE9FC3-A852-5438-C8A7-7BFCCFD06A71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23" creationId="{D94DFAA6-E258-F7EC-35C0-230C99E942C2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28" creationId="{6AC7BA4E-6A4B-C06F-5102-17EB0FE74B8A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29" creationId="{C6AF5B3E-2FE3-2170-FB52-8C17C91A5B1A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33" creationId="{EB403712-2518-4020-F952-2DD2CA91FA83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34" creationId="{74E87BDF-34FC-E1EB-AF66-AA899A242C07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38" creationId="{B8A871D8-B1ED-6936-F8D4-85A1E1EFC320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39" creationId="{DD7C14C4-1BBE-276B-ED06-21E9C7A492B2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43" creationId="{CF53DBE2-251B-7F87-53C3-657C3116988D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44" creationId="{8258850C-8572-C967-E44C-740687DEF086}"/>
          </ac:cxnSpMkLst>
        </pc:cxnChg>
        <pc:cxnChg chg="add mod">
          <ac:chgData name="Sheng Wang" userId="79a1b406-dea6-4665-9dbe-c2806ed1c799" providerId="ADAL" clId="{AEF136BF-083E-4B09-A08F-1D21653FCD00}" dt="2025-02-12T16:50:51.874" v="2065" actId="2711"/>
          <ac:cxnSpMkLst>
            <pc:docMk/>
            <pc:sldMk cId="235298471" sldId="407"/>
            <ac:cxnSpMk id="147" creationId="{B78409E5-A117-1E17-99DE-9FC594CECC33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64" creationId="{78E21162-1859-366D-6FC7-6EC4003BE0B3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66" creationId="{F4D97519-E0BC-BAA2-F7B2-9A1380017467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68" creationId="{CA38F6CA-1DD6-C084-E794-E276EC0E47CC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70" creationId="{7834C41B-056D-62F5-B9C7-572A85D9AC41}"/>
          </ac:cxnSpMkLst>
        </pc:cxnChg>
        <pc:cxnChg chg="mod">
          <ac:chgData name="Sheng Wang" userId="79a1b406-dea6-4665-9dbe-c2806ed1c799" providerId="ADAL" clId="{AEF136BF-083E-4B09-A08F-1D21653FCD00}" dt="2025-02-12T16:50:26.883" v="2055"/>
          <ac:cxnSpMkLst>
            <pc:docMk/>
            <pc:sldMk cId="235298471" sldId="407"/>
            <ac:cxnSpMk id="172" creationId="{FE4607B0-130A-B700-9342-36277538E04F}"/>
          </ac:cxnSpMkLst>
        </pc:cxnChg>
      </pc:sldChg>
      <pc:sldChg chg="addSp delSp modSp add mod">
        <pc:chgData name="Sheng Wang" userId="79a1b406-dea6-4665-9dbe-c2806ed1c799" providerId="ADAL" clId="{AEF136BF-083E-4B09-A08F-1D21653FCD00}" dt="2025-02-12T16:52:36.019" v="2107" actId="14100"/>
        <pc:sldMkLst>
          <pc:docMk/>
          <pc:sldMk cId="3815386355" sldId="408"/>
        </pc:sldMkLst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2" creationId="{FED6AC77-27F3-F64D-D2DB-655CE3496667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3" creationId="{178AE29B-36C5-526C-9306-08FA349967ED}"/>
          </ac:spMkLst>
        </pc:spChg>
        <pc:spChg chg="del mod topLvl">
          <ac:chgData name="Sheng Wang" userId="79a1b406-dea6-4665-9dbe-c2806ed1c799" providerId="ADAL" clId="{AEF136BF-083E-4B09-A08F-1D21653FCD00}" dt="2025-02-12T16:51:56.117" v="2080" actId="478"/>
          <ac:spMkLst>
            <pc:docMk/>
            <pc:sldMk cId="3815386355" sldId="408"/>
            <ac:spMk id="10" creationId="{6F1101CF-F5D4-D0DE-33E5-8CD97F3E2AA2}"/>
          </ac:spMkLst>
        </pc:spChg>
        <pc:spChg chg="del mod topLvl">
          <ac:chgData name="Sheng Wang" userId="79a1b406-dea6-4665-9dbe-c2806ed1c799" providerId="ADAL" clId="{AEF136BF-083E-4B09-A08F-1D21653FCD00}" dt="2025-02-12T16:51:56.117" v="2080" actId="478"/>
          <ac:spMkLst>
            <pc:docMk/>
            <pc:sldMk cId="3815386355" sldId="408"/>
            <ac:spMk id="11" creationId="{277C5F91-74FA-2203-4FEC-766F2CDB48AA}"/>
          </ac:spMkLst>
        </pc:spChg>
        <pc:spChg chg="del mod topLvl">
          <ac:chgData name="Sheng Wang" userId="79a1b406-dea6-4665-9dbe-c2806ed1c799" providerId="ADAL" clId="{AEF136BF-083E-4B09-A08F-1D21653FCD00}" dt="2025-02-12T16:51:56.117" v="2080" actId="478"/>
          <ac:spMkLst>
            <pc:docMk/>
            <pc:sldMk cId="3815386355" sldId="408"/>
            <ac:spMk id="12" creationId="{E9E19A16-8EEB-2EFC-0166-12423B538053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3" creationId="{4E1B9CFC-42A9-6482-08E5-8C698A715507}"/>
          </ac:spMkLst>
        </pc:spChg>
        <pc:spChg chg="del mod topLvl">
          <ac:chgData name="Sheng Wang" userId="79a1b406-dea6-4665-9dbe-c2806ed1c799" providerId="ADAL" clId="{AEF136BF-083E-4B09-A08F-1D21653FCD00}" dt="2025-02-12T16:51:56.117" v="2080" actId="478"/>
          <ac:spMkLst>
            <pc:docMk/>
            <pc:sldMk cId="3815386355" sldId="408"/>
            <ac:spMk id="14" creationId="{BB007902-CF80-FA9F-DD8F-222B74117C9A}"/>
          </ac:spMkLst>
        </pc:spChg>
        <pc:spChg chg="del mod topLvl">
          <ac:chgData name="Sheng Wang" userId="79a1b406-dea6-4665-9dbe-c2806ed1c799" providerId="ADAL" clId="{AEF136BF-083E-4B09-A08F-1D21653FCD00}" dt="2025-02-12T16:51:56.117" v="2080" actId="478"/>
          <ac:spMkLst>
            <pc:docMk/>
            <pc:sldMk cId="3815386355" sldId="408"/>
            <ac:spMk id="15" creationId="{1A2D3185-A1DB-2CF0-4B7A-E8057FA82510}"/>
          </ac:spMkLst>
        </pc:spChg>
        <pc:spChg chg="del mod topLvl">
          <ac:chgData name="Sheng Wang" userId="79a1b406-dea6-4665-9dbe-c2806ed1c799" providerId="ADAL" clId="{AEF136BF-083E-4B09-A08F-1D21653FCD00}" dt="2025-02-12T16:51:56.117" v="2080" actId="478"/>
          <ac:spMkLst>
            <pc:docMk/>
            <pc:sldMk cId="3815386355" sldId="408"/>
            <ac:spMk id="16" creationId="{15AC4F0C-6E78-E2DD-93A4-FB284C3D604B}"/>
          </ac:spMkLst>
        </pc:spChg>
        <pc:spChg chg="del mod topLvl">
          <ac:chgData name="Sheng Wang" userId="79a1b406-dea6-4665-9dbe-c2806ed1c799" providerId="ADAL" clId="{AEF136BF-083E-4B09-A08F-1D21653FCD00}" dt="2025-02-12T16:51:56.117" v="2080" actId="478"/>
          <ac:spMkLst>
            <pc:docMk/>
            <pc:sldMk cId="3815386355" sldId="408"/>
            <ac:spMk id="17" creationId="{5476DCB2-376D-598E-47D4-AB2107294402}"/>
          </ac:spMkLst>
        </pc:spChg>
        <pc:spChg chg="del mod topLvl">
          <ac:chgData name="Sheng Wang" userId="79a1b406-dea6-4665-9dbe-c2806ed1c799" providerId="ADAL" clId="{AEF136BF-083E-4B09-A08F-1D21653FCD00}" dt="2025-02-12T16:51:56.117" v="2080" actId="478"/>
          <ac:spMkLst>
            <pc:docMk/>
            <pc:sldMk cId="3815386355" sldId="408"/>
            <ac:spMk id="18" creationId="{26F65D67-FEA1-6644-74B4-00DF2AB82B36}"/>
          </ac:spMkLst>
        </pc:spChg>
        <pc:spChg chg="del mod topLvl">
          <ac:chgData name="Sheng Wang" userId="79a1b406-dea6-4665-9dbe-c2806ed1c799" providerId="ADAL" clId="{AEF136BF-083E-4B09-A08F-1D21653FCD00}" dt="2025-02-12T16:51:56.117" v="2080" actId="478"/>
          <ac:spMkLst>
            <pc:docMk/>
            <pc:sldMk cId="3815386355" sldId="408"/>
            <ac:spMk id="19" creationId="{9278AB48-D1C8-84A4-BA90-83B13B151D21}"/>
          </ac:spMkLst>
        </pc:spChg>
        <pc:spChg chg="mod topLvl">
          <ac:chgData name="Sheng Wang" userId="79a1b406-dea6-4665-9dbe-c2806ed1c799" providerId="ADAL" clId="{AEF136BF-083E-4B09-A08F-1D21653FCD00}" dt="2025-02-12T16:51:52.342" v="2079" actId="165"/>
          <ac:spMkLst>
            <pc:docMk/>
            <pc:sldMk cId="3815386355" sldId="408"/>
            <ac:spMk id="20" creationId="{8D12167B-9205-87A9-D8E3-8970003A848F}"/>
          </ac:spMkLst>
        </pc:spChg>
        <pc:spChg chg="mod topLvl">
          <ac:chgData name="Sheng Wang" userId="79a1b406-dea6-4665-9dbe-c2806ed1c799" providerId="ADAL" clId="{AEF136BF-083E-4B09-A08F-1D21653FCD00}" dt="2025-02-12T16:51:52.342" v="2079" actId="165"/>
          <ac:spMkLst>
            <pc:docMk/>
            <pc:sldMk cId="3815386355" sldId="408"/>
            <ac:spMk id="21" creationId="{2CAEBFCE-495D-492F-E0EB-195CDF906350}"/>
          </ac:spMkLst>
        </pc:spChg>
        <pc:spChg chg="mod topLvl">
          <ac:chgData name="Sheng Wang" userId="79a1b406-dea6-4665-9dbe-c2806ed1c799" providerId="ADAL" clId="{AEF136BF-083E-4B09-A08F-1D21653FCD00}" dt="2025-02-12T16:51:52.342" v="2079" actId="165"/>
          <ac:spMkLst>
            <pc:docMk/>
            <pc:sldMk cId="3815386355" sldId="408"/>
            <ac:spMk id="22" creationId="{20AEE88D-A455-ECE8-8EFC-09F289E5EBD4}"/>
          </ac:spMkLst>
        </pc:spChg>
        <pc:spChg chg="mod topLvl">
          <ac:chgData name="Sheng Wang" userId="79a1b406-dea6-4665-9dbe-c2806ed1c799" providerId="ADAL" clId="{AEF136BF-083E-4B09-A08F-1D21653FCD00}" dt="2025-02-12T16:51:52.342" v="2079" actId="165"/>
          <ac:spMkLst>
            <pc:docMk/>
            <pc:sldMk cId="3815386355" sldId="408"/>
            <ac:spMk id="24" creationId="{F8AAA0A3-9346-FDAA-F230-621D6552458C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35" creationId="{7FAED506-61CD-76DD-BE37-9EEF3DA35D4E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36" creationId="{97C78ACC-132D-83E7-6988-876C9347E04F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37" creationId="{88555C35-E6D2-0986-2502-7D3FEEE884D5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39" creationId="{5246AFFB-943D-3D81-6B51-2F71F9CE7AFD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40" creationId="{4CDD527B-CD09-4723-5151-7C2EDD196CF9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42" creationId="{56204A48-7F48-6925-7001-11898B3B6AEF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43" creationId="{2C9EF768-A4BD-A4A8-8C16-5D0FEA5C90D5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45" creationId="{175F779F-8F8D-C309-D669-AD8A8626BC32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46" creationId="{FAAE1428-48E8-5F4D-D881-E949C19A94C0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50" creationId="{E168E9D9-58C4-07D5-644F-1DB5A54E228E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52" creationId="{2C681CFE-BCC7-5EA4-CB7C-228B1763CCB0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55" creationId="{68C5DDE7-650F-08A1-7DF3-DED5F7F101AE}"/>
          </ac:spMkLst>
        </pc:spChg>
        <pc:spChg chg="del mod topLvl">
          <ac:chgData name="Sheng Wang" userId="79a1b406-dea6-4665-9dbe-c2806ed1c799" providerId="ADAL" clId="{AEF136BF-083E-4B09-A08F-1D21653FCD00}" dt="2025-02-12T16:51:56.117" v="2080" actId="478"/>
          <ac:spMkLst>
            <pc:docMk/>
            <pc:sldMk cId="3815386355" sldId="408"/>
            <ac:spMk id="56" creationId="{D3A9A030-1A3F-5001-33A6-8598926725B3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57" creationId="{6031BA63-9357-6D97-2ECE-FE3135E7CE1A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61" creationId="{8F14BF30-BDF8-F067-C301-148F688D3D51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63" creationId="{A8126708-9BAC-74DB-74B3-FC3A6BCD73C2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65" creationId="{3FAB15D0-6F3B-D4C5-BCBE-A654B30A0691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66" creationId="{2ABBEA78-CE6C-6DE8-A788-1B940E77ECE6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68" creationId="{E99C5DDC-FD4B-572A-6D3D-7A1C393B1278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69" creationId="{C81481AD-9B3A-D464-0AEC-A3B27B7E2120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73" creationId="{084E5D9A-0CFB-0299-CD42-0CA1BA7F2CA2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75" creationId="{DC2DAF7B-C7EA-3C02-95A0-9AE0F4DD0F17}"/>
          </ac:spMkLst>
        </pc:spChg>
        <pc:spChg chg="mod topLvl">
          <ac:chgData name="Sheng Wang" userId="79a1b406-dea6-4665-9dbe-c2806ed1c799" providerId="ADAL" clId="{AEF136BF-083E-4B09-A08F-1D21653FCD00}" dt="2025-02-12T16:51:52.342" v="2079" actId="165"/>
          <ac:spMkLst>
            <pc:docMk/>
            <pc:sldMk cId="3815386355" sldId="408"/>
            <ac:spMk id="85" creationId="{042BEBF1-8148-B121-B0AC-A85574E422F6}"/>
          </ac:spMkLst>
        </pc:spChg>
        <pc:spChg chg="mod topLvl">
          <ac:chgData name="Sheng Wang" userId="79a1b406-dea6-4665-9dbe-c2806ed1c799" providerId="ADAL" clId="{AEF136BF-083E-4B09-A08F-1D21653FCD00}" dt="2025-02-12T16:51:52.342" v="2079" actId="165"/>
          <ac:spMkLst>
            <pc:docMk/>
            <pc:sldMk cId="3815386355" sldId="408"/>
            <ac:spMk id="86" creationId="{70A1C90B-A84A-620D-17CF-3DE792FCC8FC}"/>
          </ac:spMkLst>
        </pc:spChg>
        <pc:spChg chg="mod topLvl">
          <ac:chgData name="Sheng Wang" userId="79a1b406-dea6-4665-9dbe-c2806ed1c799" providerId="ADAL" clId="{AEF136BF-083E-4B09-A08F-1D21653FCD00}" dt="2025-02-12T16:51:52.342" v="2079" actId="165"/>
          <ac:spMkLst>
            <pc:docMk/>
            <pc:sldMk cId="3815386355" sldId="408"/>
            <ac:spMk id="87" creationId="{1A75E12B-99F2-10A6-0A53-8808D999A3FA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88" creationId="{9BC2F489-C6A4-AD22-4C33-72FA5D3C9F10}"/>
          </ac:spMkLst>
        </pc:spChg>
        <pc:spChg chg="mod topLvl">
          <ac:chgData name="Sheng Wang" userId="79a1b406-dea6-4665-9dbe-c2806ed1c799" providerId="ADAL" clId="{AEF136BF-083E-4B09-A08F-1D21653FCD00}" dt="2025-02-12T16:52:27.860" v="2105" actId="20577"/>
          <ac:spMkLst>
            <pc:docMk/>
            <pc:sldMk cId="3815386355" sldId="408"/>
            <ac:spMk id="89" creationId="{6F2AF234-7408-5720-A202-64672ECB7576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96" creationId="{21D8E130-A5AD-47FE-0193-7B3F84FA8D38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97" creationId="{DE4041B4-F6E7-A190-04AB-CCAF8C63AA71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98" creationId="{B2DBE4EA-E14C-68CD-E18A-D85DD6928D78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99" creationId="{7061BC79-5003-7439-BD23-3BE375BCF424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01" creationId="{890B70C3-F63A-C3FD-807C-EF8FC1A23AB3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02" creationId="{CDF910ED-5329-E00E-619C-5B2CA856A3DC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04" creationId="{3C366CB2-C645-D194-A7BB-31B318EC3D2D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05" creationId="{795B8C4F-426E-93D4-0626-FF251585DA0E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07" creationId="{2DBB1C24-C16A-C5D0-5908-8806600A8B1B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08" creationId="{08BE76AA-36D7-2B08-49A9-11D3D9773106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09" creationId="{5C9AB6DB-A983-7F98-B309-57490D6AC901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10" creationId="{6EC59D40-0701-C5EB-8E91-0D74DB5E7BE7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11" creationId="{84A22FBB-6D2A-EC96-BD9D-007C3439BC1D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13" creationId="{26CD930E-7088-2A91-A074-A39D7EBF6A41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14" creationId="{C400B789-9A9C-6483-2F7A-BA8540DAE226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15" creationId="{D40DDEF2-EF5C-D3AD-DEB7-C0795C6A1706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16" creationId="{88890F0E-CEF4-DB5B-5F12-11BE87811B33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17" creationId="{CBCE39FB-4A2A-7229-98C6-9E7BA15CE622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19" creationId="{791C5E39-A962-3015-11A5-14761DA6EB8D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20" creationId="{37FB7D67-056A-6EF4-CEE5-B149835E03DC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21" creationId="{A3C7BA87-C6DD-434A-533B-683A436D9833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23" creationId="{F9244587-C90F-4C2C-A477-8A4650B317DE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25" creationId="{715F79D3-BF44-4065-213F-94E7F5886D8C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27" creationId="{BA4F1E09-1790-45E0-8089-02BD6103274C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28" creationId="{D38221AD-3501-48E7-AAE5-3D2953B87347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29" creationId="{4907CEAD-27C0-7EA1-D77C-D24BB1094625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30" creationId="{D92DD118-698A-75F0-62E9-C52A9047F2A6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31" creationId="{A5F17352-5768-D4E0-87EC-61F92AE9976E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32" creationId="{3F7D5D80-8C21-984D-82F9-31DFBDA08C1F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33" creationId="{7A243840-E2F1-2029-3E10-602E31B1ED00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34" creationId="{FF724D6C-EA12-225E-DC41-A8E161515EEC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35" creationId="{9CC1ECB9-B237-C075-31FC-930170EFE669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36" creationId="{0CDB393E-1674-224C-C8BD-2AB07DAD5F5E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37" creationId="{CBB68481-727B-F929-954F-82857BD4A16B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38" creationId="{42A9BC08-690E-2D87-8C8B-814A7C9B9C89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39" creationId="{31FBBD90-2937-78F9-3DA0-26C34E5169B4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40" creationId="{80383335-8376-9156-EE30-1C8037603FA8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53" creationId="{25E1C564-709F-1DE5-42DB-F273C9BBA249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54" creationId="{23783C61-B7E5-C1A3-A018-06B2CE09B7B2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55" creationId="{EC05AAB0-844F-323C-406D-A0B705D2989C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56" creationId="{4787BE63-28AB-BFE4-D0DE-23D84F7AB859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57" creationId="{76312793-DA90-EECB-5BE3-CB0A0D66BE97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58" creationId="{8293258C-1845-013B-6F0D-13DB87249FC2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59" creationId="{E4FC301C-A26C-6C83-8304-6D81F046359D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69" creationId="{51650D2B-12E9-0FBD-7AF9-44F1948E9C39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70" creationId="{8F028062-F760-D3D1-7A72-40ADF0CACA7E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71" creationId="{42D7255E-E64A-2E67-9995-248AA5666430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75" creationId="{7D6E3E61-3A87-1F2F-25D6-7B72CB2DEFE1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76" creationId="{3030884A-9A25-A976-E701-242466A8B4AA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80" creationId="{3B21F69E-797E-C41E-758B-3AF4E8CFBC70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81" creationId="{A4307A31-23E3-7B20-5274-CA9E9B1923D5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85" creationId="{C0137A29-9F35-8DA4-6299-574098233BD3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86" creationId="{CA93D157-C89D-2D2C-7F6B-CCA3E519B925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90" creationId="{897499E1-2018-11E1-972E-D627045476F9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91" creationId="{D15B7D38-BE96-DB6D-F8FA-5E35BA723D59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93" creationId="{BE35546F-BBBF-1F42-F941-449514F19EC2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94" creationId="{A234819C-2648-9F93-C0F4-D52DD00E90CB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95" creationId="{89F7B9F3-8D48-FBFD-A88B-B148FA907A5B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96" creationId="{882D592C-0544-38E7-0A59-053EE46519E0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97" creationId="{FD3D7F27-C352-8048-5FE8-B39D6B2AF00A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98" creationId="{95D9E149-20C8-A3E7-2210-4CD8D806DBD0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199" creationId="{6278F1A6-94EA-C3D7-9FB8-F9C620D48429}"/>
          </ac:spMkLst>
        </pc:spChg>
        <pc:spChg chg="add 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200" creationId="{3963E153-6B28-070E-E6A4-9F29C1D03206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207" creationId="{E4C359DF-E003-1290-9ABA-8B3FDC791264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208" creationId="{C6F2EE17-D270-F14C-E46A-1B34BFC1AFA4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210" creationId="{0CC2AC9E-0C73-7745-8324-28D685F2F00A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212" creationId="{85C111C9-9AD5-0F70-841B-01F0563C5066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214" creationId="{AAF0D655-197A-FD11-AF5A-1B363E803A65}"/>
          </ac:spMkLst>
        </pc:spChg>
        <pc:spChg chg="mod">
          <ac:chgData name="Sheng Wang" userId="79a1b406-dea6-4665-9dbe-c2806ed1c799" providerId="ADAL" clId="{AEF136BF-083E-4B09-A08F-1D21653FCD00}" dt="2025-02-12T16:51:56.711" v="2081"/>
          <ac:spMkLst>
            <pc:docMk/>
            <pc:sldMk cId="3815386355" sldId="408"/>
            <ac:spMk id="216" creationId="{77162F76-CA87-E71E-2FBD-1B75DF737BE0}"/>
          </ac:spMkLst>
        </pc:s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25" creationId="{69074A5D-F710-8057-0824-6869328AD7E1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26" creationId="{8DCAAEEC-88E1-CFF1-4F88-8BE2C0EE0843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27" creationId="{EDD438D7-CEA1-3C58-7D7B-2532D50BF3AF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28" creationId="{A727BC22-E508-6523-C0A1-A844FF58072D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29" creationId="{C8D269CA-0DB0-52DC-A432-52CE8EAE6E1F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30" creationId="{A659A997-6F74-859A-6D49-96A92F51507F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31" creationId="{80919BBE-9857-379E-BC2F-5EE821B2F230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32" creationId="{E549B4A0-2B2E-8FB3-63EE-1698C894DF70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33" creationId="{49CC8C87-0AC5-8849-5080-6301F368BB2A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34" creationId="{AA8EC344-A5B8-D7DB-384D-FF9F14F4ADAB}"/>
          </ac:grpSpMkLst>
        </pc:gr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71" creationId="{9C7490C4-9CBE-8846-762F-C73E648ED40F}"/>
          </ac:grpSpMkLst>
        </pc:gr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77" creationId="{0FABD27B-18FE-0E56-A6AB-17B80460872E}"/>
          </ac:grpSpMkLst>
        </pc:grpChg>
        <pc:grpChg chg="del">
          <ac:chgData name="Sheng Wang" userId="79a1b406-dea6-4665-9dbe-c2806ed1c799" providerId="ADAL" clId="{AEF136BF-083E-4B09-A08F-1D21653FCD00}" dt="2025-02-12T16:51:52.342" v="2079" actId="165"/>
          <ac:grpSpMkLst>
            <pc:docMk/>
            <pc:sldMk cId="3815386355" sldId="408"/>
            <ac:grpSpMk id="91" creationId="{65EB3419-703A-7C05-1D68-9ADCAF33CF56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95" creationId="{2E893C3E-96D9-4DC7-ED78-37C003EC220F}"/>
          </ac:grpSpMkLst>
        </pc:gr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100" creationId="{745422F6-FB20-0C96-97CD-B600CD094B7D}"/>
          </ac:grpSpMkLst>
        </pc:gr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103" creationId="{963B087B-BB54-703A-17B7-9720CB7697B8}"/>
          </ac:grpSpMkLst>
        </pc:gr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106" creationId="{DA3D737E-7632-C432-7D74-2C8AF48D3F47}"/>
          </ac:grpSpMkLst>
        </pc:gr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118" creationId="{BF0AFBB7-3681-17E1-E4C6-7CDD49B3D12B}"/>
          </ac:grpSpMkLst>
        </pc:gr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124" creationId="{B9E4F78B-240F-8BF7-5EE6-17CAE3BA50D6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126" creationId="{96EDAB23-E300-2B46-CEF3-7376199F7CBE}"/>
          </ac:grpSpMkLst>
        </pc:gr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150" creationId="{D3D14237-DEB6-BABA-8DBE-9F27A398D8EB}"/>
          </ac:grpSpMkLst>
        </pc:gr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166" creationId="{0D5620EF-720D-AC61-E611-D712F65411F3}"/>
          </ac:grpSpMkLst>
        </pc:gr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172" creationId="{16949D98-91DE-827A-CE4D-8DFA18C61E56}"/>
          </ac:grpSpMkLst>
        </pc:gr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177" creationId="{A621BBA7-44EB-1D0C-DCB9-926166712DEC}"/>
          </ac:grpSpMkLst>
        </pc:gr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182" creationId="{D1BC2D71-4778-58B2-BCA7-109B9A45B4C2}"/>
          </ac:grpSpMkLst>
        </pc:gr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187" creationId="{006BD354-7E3D-DAD1-735F-89F25D20C744}"/>
          </ac:grpSpMkLst>
        </pc:grpChg>
        <pc:grpChg chg="add 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201" creationId="{970DEC41-973B-C089-4E1B-BBDC313716D9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202" creationId="{3EDE32FD-8FF1-D921-FCBF-C7DA4BD80EBD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203" creationId="{67270A30-1DD2-BB90-418B-D1ED2982ECF0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204" creationId="{DBDA490E-A558-8E05-3A3C-7CBF3AB77E2C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205" creationId="{79ABA092-78B6-4BDA-A22C-EDE887DD31E2}"/>
          </ac:grpSpMkLst>
        </pc:grpChg>
        <pc:grpChg chg="mod">
          <ac:chgData name="Sheng Wang" userId="79a1b406-dea6-4665-9dbe-c2806ed1c799" providerId="ADAL" clId="{AEF136BF-083E-4B09-A08F-1D21653FCD00}" dt="2025-02-12T16:51:56.711" v="2081"/>
          <ac:grpSpMkLst>
            <pc:docMk/>
            <pc:sldMk cId="3815386355" sldId="408"/>
            <ac:grpSpMk id="206" creationId="{B85317C8-16EE-3981-0A25-7295E36E8040}"/>
          </ac:grpSpMkLst>
        </pc:grpChg>
        <pc:picChg chg="mod">
          <ac:chgData name="Sheng Wang" userId="79a1b406-dea6-4665-9dbe-c2806ed1c799" providerId="ADAL" clId="{AEF136BF-083E-4B09-A08F-1D21653FCD00}" dt="2025-02-12T16:51:56.711" v="2081"/>
          <ac:picMkLst>
            <pc:docMk/>
            <pc:sldMk cId="3815386355" sldId="408"/>
            <ac:picMk id="38" creationId="{CDEE8DF7-7324-07B9-41C4-7912D8C4879D}"/>
          </ac:picMkLst>
        </pc:picChg>
        <pc:picChg chg="mod">
          <ac:chgData name="Sheng Wang" userId="79a1b406-dea6-4665-9dbe-c2806ed1c799" providerId="ADAL" clId="{AEF136BF-083E-4B09-A08F-1D21653FCD00}" dt="2025-02-12T16:51:56.711" v="2081"/>
          <ac:picMkLst>
            <pc:docMk/>
            <pc:sldMk cId="3815386355" sldId="408"/>
            <ac:picMk id="41" creationId="{B2F75779-957F-6828-6CE5-CF7E09516707}"/>
          </ac:picMkLst>
        </pc:picChg>
        <pc:picChg chg="mod">
          <ac:chgData name="Sheng Wang" userId="79a1b406-dea6-4665-9dbe-c2806ed1c799" providerId="ADAL" clId="{AEF136BF-083E-4B09-A08F-1D21653FCD00}" dt="2025-02-12T16:51:56.711" v="2081"/>
          <ac:picMkLst>
            <pc:docMk/>
            <pc:sldMk cId="3815386355" sldId="408"/>
            <ac:picMk id="44" creationId="{5949A42C-8784-F60C-5D18-8642318BC0C4}"/>
          </ac:picMkLst>
        </pc:picChg>
        <pc:picChg chg="mod">
          <ac:chgData name="Sheng Wang" userId="79a1b406-dea6-4665-9dbe-c2806ed1c799" providerId="ADAL" clId="{AEF136BF-083E-4B09-A08F-1D21653FCD00}" dt="2025-02-12T16:51:56.711" v="2081"/>
          <ac:picMkLst>
            <pc:docMk/>
            <pc:sldMk cId="3815386355" sldId="408"/>
            <ac:picMk id="48" creationId="{98702482-ACE8-571B-0AB7-8982300E4655}"/>
          </ac:picMkLst>
        </pc:picChg>
        <pc:picChg chg="mod">
          <ac:chgData name="Sheng Wang" userId="79a1b406-dea6-4665-9dbe-c2806ed1c799" providerId="ADAL" clId="{AEF136BF-083E-4B09-A08F-1D21653FCD00}" dt="2025-02-12T16:51:56.711" v="2081"/>
          <ac:picMkLst>
            <pc:docMk/>
            <pc:sldMk cId="3815386355" sldId="408"/>
            <ac:picMk id="54" creationId="{09C93EE3-EA4A-9151-5208-AC92F11D9245}"/>
          </ac:picMkLst>
        </pc:picChg>
        <pc:picChg chg="mod">
          <ac:chgData name="Sheng Wang" userId="79a1b406-dea6-4665-9dbe-c2806ed1c799" providerId="ADAL" clId="{AEF136BF-083E-4B09-A08F-1D21653FCD00}" dt="2025-02-12T16:51:56.711" v="2081"/>
          <ac:picMkLst>
            <pc:docMk/>
            <pc:sldMk cId="3815386355" sldId="408"/>
            <ac:picMk id="59" creationId="{A43C6392-DA37-2B33-F33C-4FDB468EA082}"/>
          </ac:picMkLst>
        </pc:picChg>
        <pc:picChg chg="mod">
          <ac:chgData name="Sheng Wang" userId="79a1b406-dea6-4665-9dbe-c2806ed1c799" providerId="ADAL" clId="{AEF136BF-083E-4B09-A08F-1D21653FCD00}" dt="2025-02-12T16:51:56.711" v="2081"/>
          <ac:picMkLst>
            <pc:docMk/>
            <pc:sldMk cId="3815386355" sldId="408"/>
            <ac:picMk id="64" creationId="{B86C8584-F749-5BD5-0CA0-CC67B991E244}"/>
          </ac:picMkLst>
        </pc:picChg>
        <pc:picChg chg="mod">
          <ac:chgData name="Sheng Wang" userId="79a1b406-dea6-4665-9dbe-c2806ed1c799" providerId="ADAL" clId="{AEF136BF-083E-4B09-A08F-1D21653FCD00}" dt="2025-02-12T16:51:56.711" v="2081"/>
          <ac:picMkLst>
            <pc:docMk/>
            <pc:sldMk cId="3815386355" sldId="408"/>
            <ac:picMk id="67" creationId="{3330B4C9-8192-6B54-1896-5B332CCFBB5F}"/>
          </ac:picMkLst>
        </pc:picChg>
        <pc:picChg chg="mod">
          <ac:chgData name="Sheng Wang" userId="79a1b406-dea6-4665-9dbe-c2806ed1c799" providerId="ADAL" clId="{AEF136BF-083E-4B09-A08F-1D21653FCD00}" dt="2025-02-12T16:51:56.711" v="2081"/>
          <ac:picMkLst>
            <pc:docMk/>
            <pc:sldMk cId="3815386355" sldId="408"/>
            <ac:picMk id="70" creationId="{15350475-CC5D-8329-DA51-7B22B0A896B4}"/>
          </ac:picMkLst>
        </pc:picChg>
        <pc:picChg chg="add mod">
          <ac:chgData name="Sheng Wang" userId="79a1b406-dea6-4665-9dbe-c2806ed1c799" providerId="ADAL" clId="{AEF136BF-083E-4B09-A08F-1D21653FCD00}" dt="2025-02-12T16:52:36.019" v="2107" actId="14100"/>
          <ac:picMkLst>
            <pc:docMk/>
            <pc:sldMk cId="3815386355" sldId="408"/>
            <ac:picMk id="218" creationId="{F5096AED-5937-2B27-560B-45D8C31B6C31}"/>
          </ac:picMkLst>
        </pc:picChg>
        <pc:cxnChg chg="del mod topLvl">
          <ac:chgData name="Sheng Wang" userId="79a1b406-dea6-4665-9dbe-c2806ed1c799" providerId="ADAL" clId="{AEF136BF-083E-4B09-A08F-1D21653FCD00}" dt="2025-02-12T16:51:56.117" v="2080" actId="478"/>
          <ac:cxnSpMkLst>
            <pc:docMk/>
            <pc:sldMk cId="3815386355" sldId="408"/>
            <ac:cxnSpMk id="47" creationId="{2655A059-C0B2-AB48-CAA2-E361D7405C45}"/>
          </ac:cxnSpMkLst>
        </pc:cxnChg>
        <pc:cxnChg chg="del mod topLvl">
          <ac:chgData name="Sheng Wang" userId="79a1b406-dea6-4665-9dbe-c2806ed1c799" providerId="ADAL" clId="{AEF136BF-083E-4B09-A08F-1D21653FCD00}" dt="2025-02-12T16:51:56.117" v="2080" actId="478"/>
          <ac:cxnSpMkLst>
            <pc:docMk/>
            <pc:sldMk cId="3815386355" sldId="408"/>
            <ac:cxnSpMk id="49" creationId="{79F12550-C13F-085D-32BE-C118E6E7DF69}"/>
          </ac:cxnSpMkLst>
        </pc:cxnChg>
        <pc:cxnChg chg="del mod topLvl">
          <ac:chgData name="Sheng Wang" userId="79a1b406-dea6-4665-9dbe-c2806ed1c799" providerId="ADAL" clId="{AEF136BF-083E-4B09-A08F-1D21653FCD00}" dt="2025-02-12T16:51:56.117" v="2080" actId="478"/>
          <ac:cxnSpMkLst>
            <pc:docMk/>
            <pc:sldMk cId="3815386355" sldId="408"/>
            <ac:cxnSpMk id="51" creationId="{4D5FC2A7-D10C-35B2-D139-16CA3E385FBC}"/>
          </ac:cxnSpMkLst>
        </pc:cxnChg>
        <pc:cxnChg chg="del mod topLvl">
          <ac:chgData name="Sheng Wang" userId="79a1b406-dea6-4665-9dbe-c2806ed1c799" providerId="ADAL" clId="{AEF136BF-083E-4B09-A08F-1D21653FCD00}" dt="2025-02-12T16:51:56.117" v="2080" actId="478"/>
          <ac:cxnSpMkLst>
            <pc:docMk/>
            <pc:sldMk cId="3815386355" sldId="408"/>
            <ac:cxnSpMk id="53" creationId="{B1512FC6-2D48-64EE-F1B0-A7B71C0FAD31}"/>
          </ac:cxnSpMkLst>
        </pc:cxnChg>
        <pc:cxnChg chg="del mod topLvl">
          <ac:chgData name="Sheng Wang" userId="79a1b406-dea6-4665-9dbe-c2806ed1c799" providerId="ADAL" clId="{AEF136BF-083E-4B09-A08F-1D21653FCD00}" dt="2025-02-12T16:51:56.117" v="2080" actId="478"/>
          <ac:cxnSpMkLst>
            <pc:docMk/>
            <pc:sldMk cId="3815386355" sldId="408"/>
            <ac:cxnSpMk id="58" creationId="{4F66C395-25CC-8A6C-4776-CFF477C70336}"/>
          </ac:cxnSpMkLst>
        </pc:cxnChg>
        <pc:cxnChg chg="del mod topLvl">
          <ac:chgData name="Sheng Wang" userId="79a1b406-dea6-4665-9dbe-c2806ed1c799" providerId="ADAL" clId="{AEF136BF-083E-4B09-A08F-1D21653FCD00}" dt="2025-02-12T16:51:56.117" v="2080" actId="478"/>
          <ac:cxnSpMkLst>
            <pc:docMk/>
            <pc:sldMk cId="3815386355" sldId="408"/>
            <ac:cxnSpMk id="60" creationId="{9C31EB06-1D2D-40D6-1454-52D67A13DD29}"/>
          </ac:cxnSpMkLst>
        </pc:cxnChg>
        <pc:cxnChg chg="del mod topLvl">
          <ac:chgData name="Sheng Wang" userId="79a1b406-dea6-4665-9dbe-c2806ed1c799" providerId="ADAL" clId="{AEF136BF-083E-4B09-A08F-1D21653FCD00}" dt="2025-02-12T16:51:56.117" v="2080" actId="478"/>
          <ac:cxnSpMkLst>
            <pc:docMk/>
            <pc:sldMk cId="3815386355" sldId="408"/>
            <ac:cxnSpMk id="62" creationId="{D7034FC2-B9E4-2486-08FA-70D1D439A300}"/>
          </ac:cxnSpMkLst>
        </pc:cxnChg>
        <pc:cxnChg chg="del mod topLvl">
          <ac:chgData name="Sheng Wang" userId="79a1b406-dea6-4665-9dbe-c2806ed1c799" providerId="ADAL" clId="{AEF136BF-083E-4B09-A08F-1D21653FCD00}" dt="2025-02-12T16:51:56.117" v="2080" actId="478"/>
          <ac:cxnSpMkLst>
            <pc:docMk/>
            <pc:sldMk cId="3815386355" sldId="408"/>
            <ac:cxnSpMk id="72" creationId="{0B873943-7612-FF97-AEA8-83B00A7FB913}"/>
          </ac:cxnSpMkLst>
        </pc:cxnChg>
        <pc:cxnChg chg="del mod topLvl">
          <ac:chgData name="Sheng Wang" userId="79a1b406-dea6-4665-9dbe-c2806ed1c799" providerId="ADAL" clId="{AEF136BF-083E-4B09-A08F-1D21653FCD00}" dt="2025-02-12T16:51:56.117" v="2080" actId="478"/>
          <ac:cxnSpMkLst>
            <pc:docMk/>
            <pc:sldMk cId="3815386355" sldId="408"/>
            <ac:cxnSpMk id="74" creationId="{DD81214C-46CD-5AB1-90BE-C572D34BBE6F}"/>
          </ac:cxnSpMkLst>
        </pc:cxnChg>
        <pc:cxnChg chg="del mod topLvl">
          <ac:chgData name="Sheng Wang" userId="79a1b406-dea6-4665-9dbe-c2806ed1c799" providerId="ADAL" clId="{AEF136BF-083E-4B09-A08F-1D21653FCD00}" dt="2025-02-12T16:51:56.117" v="2080" actId="478"/>
          <ac:cxnSpMkLst>
            <pc:docMk/>
            <pc:sldMk cId="3815386355" sldId="408"/>
            <ac:cxnSpMk id="76" creationId="{D96FDC98-10AB-5948-FE61-AAC67268BE79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12" creationId="{DA2E6D10-4FF8-1D38-77CF-A5D4D1726D9F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22" creationId="{A23E971F-A43D-7202-80A4-4D2626718D66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41" creationId="{10D1C9AA-7D6F-2B97-A006-8F6A58E2DAC0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42" creationId="{B9ABBE59-C462-89BF-C021-A26E97C0B8CF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43" creationId="{F2CBFFB5-7845-BD53-714B-9671D11631D2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44" creationId="{EA808A62-DD94-E638-361D-9C87AC2495A0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45" creationId="{4EDDCC82-265E-D9E5-5556-1922F8DA5013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46" creationId="{2CDBE3E9-4F63-1BBD-4B12-4A91C75641F5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47" creationId="{09496F9B-DAF3-D38F-6355-C84D733613BC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48" creationId="{DC562DD0-37B3-4397-44EC-ED83DF607206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49" creationId="{0BA8E02F-B493-D055-4136-B8086FDF74A5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51" creationId="{2DF6256D-2539-7093-CA89-C7D54B32D8FA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52" creationId="{94177544-80D9-BA5A-E472-2C0AA91DD5E3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60" creationId="{5B9EB0B2-5426-30D3-668B-24CD8666620A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61" creationId="{7343B3B5-4288-760E-2C79-3C2007FF1199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62" creationId="{06D096B3-023A-EBCD-524E-C09A3CAFD998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63" creationId="{0D326E23-9471-84D9-4CFC-5A1DE4E2D930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64" creationId="{00EF67E3-F98C-297E-8C2E-FFBAC362D14D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65" creationId="{648BB690-347D-8EEE-7833-25F1E3687371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67" creationId="{1176E473-2B26-2BC5-840D-9C5589AEA9BF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68" creationId="{A6527EE3-A5F1-24EC-D9F9-37A8950A32CD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73" creationId="{C75D3E88-7111-9AE0-1DB3-148BC1B60E75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74" creationId="{7D939195-9218-85B4-D1C0-803A3AC32668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78" creationId="{1B3FA108-CB1A-1C6F-048D-67F6D7E9F29B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79" creationId="{6E58FEAF-34BD-2C94-567D-B35884CA4EE7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83" creationId="{02D656E1-921A-0DD0-BEDF-85948BC1E1C5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84" creationId="{C94672EA-926E-A0FE-FEA1-B22D1D2A4307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88" creationId="{A99E996B-5A1B-F339-4368-4E9EAD981E2B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89" creationId="{FAD278E1-994E-5432-7BA7-79479171A0BE}"/>
          </ac:cxnSpMkLst>
        </pc:cxnChg>
        <pc:cxnChg chg="add 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192" creationId="{F73F45A0-DF03-2FEC-57DF-4C76521BE1BE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209" creationId="{AFB7A794-80A7-ACF3-D2AA-ED9021C64BAA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211" creationId="{ED272581-C53E-573A-F3C1-89A652DA60C4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213" creationId="{3E6BD41C-CAD9-3897-2618-DC819AC14568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215" creationId="{266EFDF0-80DA-163D-537B-5E7B6F658A73}"/>
          </ac:cxnSpMkLst>
        </pc:cxnChg>
        <pc:cxnChg chg="mod">
          <ac:chgData name="Sheng Wang" userId="79a1b406-dea6-4665-9dbe-c2806ed1c799" providerId="ADAL" clId="{AEF136BF-083E-4B09-A08F-1D21653FCD00}" dt="2025-02-12T16:51:56.711" v="2081"/>
          <ac:cxnSpMkLst>
            <pc:docMk/>
            <pc:sldMk cId="3815386355" sldId="408"/>
            <ac:cxnSpMk id="217" creationId="{34ED3EA8-E0EB-2B16-DB11-9D8C2A05AF2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CBB3-8333-E3A9-50DE-722008307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539A5-0C3D-6501-2A14-BE200374E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3EE44-6888-D59F-014F-901588CB8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C37-B09D-4556-92BB-067561CEA813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09691-2072-FD1E-0814-D949107A0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51A40-3EE6-9A4E-6362-BD441D1A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23AF-754F-4390-B478-A23D8A2317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180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0486-C969-80DF-AEC5-422AFC58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BFAC4-DC27-3921-7DDB-A174BE8D5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EC709-0D59-738F-E4FC-ACF4DFA1A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C37-B09D-4556-92BB-067561CEA813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E446C-1B7A-76FA-3412-5228C0D84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CC5DE-FF4D-2ED0-E416-12B27549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23AF-754F-4390-B478-A23D8A2317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571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22D3C-D551-6AEA-C0ED-F500AD158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12907-363D-8527-6C05-77F79946C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6D431-26B2-4E63-48CF-5DB830593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C37-B09D-4556-92BB-067561CEA813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7EA6A-C4EA-3C37-DC18-2E8B88CA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67B92-4151-6689-FAFE-E0EDB5C0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23AF-754F-4390-B478-A23D8A2317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028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1A0DA-5B04-1484-D9B6-D8F90F67B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F1073-EE91-00ED-5820-318AF2A96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CCE50-A31C-AD34-1BFD-BADDBF8E0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B63BE-F3E5-A214-7318-D9874E4B6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C37-B09D-4556-92BB-067561CEA813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C0624-047F-0B67-81DC-F704F7FA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F44C1-2F0B-FAF4-B81E-815B9D75E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23AF-754F-4390-B478-A23D8A2317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82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A46D-F647-1A86-B1C7-FAB55B0E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8B625-38BB-E9EE-45FE-FC921B6BF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85AA1-7CEC-A215-5C27-1459F9996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75CFA-79FB-E0C8-0B82-18490AE3B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1F080-B6A1-6C90-3FEA-3C572CEDC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DCD0A-8B35-2764-EE2C-B8A11F69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C37-B09D-4556-92BB-067561CEA813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3B6A0F-9842-B087-567E-F0109A56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67F453-473B-2F74-938B-21F448477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23AF-754F-4390-B478-A23D8A2317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082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B07B-D2E1-1F33-43FB-2AE142518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1BE1A0-F75D-1F26-992B-E695BB5B6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C37-B09D-4556-92BB-067561CEA813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6D62AB-9EF1-CB42-104C-37E9C7C7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1D1BB-53C5-8BDB-4233-088610A46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23AF-754F-4390-B478-A23D8A2317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18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81F98C-B83C-1FC9-4EAD-34CDCD4D5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C37-B09D-4556-92BB-067561CEA813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EDEA9F-FF89-4A51-AE22-71C80540F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78F0B-7A53-1982-8986-0CCA86FA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23AF-754F-4390-B478-A23D8A2317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59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4835B-DBEA-8FC1-7A68-2EC8496E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7992F-53BD-E810-D8F0-0EA660E31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0E5DF-FCD5-C16D-0382-F748F311D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3D35E-8221-63F9-3F3C-7C5F63D75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C37-B09D-4556-92BB-067561CEA813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F78D0-ED98-975B-C408-77DC6396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CE202-3E01-738F-B330-DD8AAD506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23AF-754F-4390-B478-A23D8A2317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90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7E9BA-4C01-EA9D-756C-FCB820EB7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A88A62-65F8-BA07-DB22-71A77E6011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F204B-7BDC-1749-737C-821D635CA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C57D0-1E46-788B-D880-E7698A362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C37-B09D-4556-92BB-067561CEA813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15D38-EE9B-8ED2-0D1C-A5714649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22FB4-7A3D-A505-59FA-9419AB56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23AF-754F-4390-B478-A23D8A2317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60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5C5D2-8F19-3868-0932-8B38B635E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635E47-5DC2-50E8-80C8-A19C09B89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A3949-0693-4FD0-6C51-BE0F05C7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C37-B09D-4556-92BB-067561CEA813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EE1B7-BDA7-F8BF-0F64-AAB3E5BF1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9C9ED-C44E-C04B-A70F-F25DDD66D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23AF-754F-4390-B478-A23D8A2317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844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2EAA72-D87E-1F03-FFF5-5C63DAD9A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6C754-11AF-6DF9-AEB5-EE0B2B1E4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F38D4-3AEC-CB5F-46B3-A3F3366DE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C37-B09D-4556-92BB-067561CEA813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20188-AFC5-376A-2248-FB3E6681C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622C7-FF56-6EE6-D8F2-B770EF6D8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23AF-754F-4390-B478-A23D8A2317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390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4B2A0-C049-2E51-6CD7-A958CBBE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F0754-9BF7-5242-CE2D-679C4C4C6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2092B-7D21-62C8-8E9C-F7F9B66EF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ADC37-B09D-4556-92BB-067561CEA813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12941-C09A-A5DC-87D5-D4959FEA0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B6287-B25E-3BD0-6078-2C498189F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B23AF-754F-4390-B478-A23D8A2317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34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103B4CF-3239-1A31-D324-D170688A8F0E}"/>
              </a:ext>
            </a:extLst>
          </p:cNvPr>
          <p:cNvGrpSpPr/>
          <p:nvPr/>
        </p:nvGrpSpPr>
        <p:grpSpPr>
          <a:xfrm>
            <a:off x="2208" y="0"/>
            <a:ext cx="6122936" cy="6858000"/>
            <a:chOff x="2888944" y="1433168"/>
            <a:chExt cx="3580141" cy="4009940"/>
          </a:xfrm>
        </p:grpSpPr>
        <p:sp>
          <p:nvSpPr>
            <p:cNvPr id="92" name="Freeform 8">
              <a:extLst>
                <a:ext uri="{FF2B5EF4-FFF2-40B4-BE49-F238E27FC236}">
                  <a16:creationId xmlns:a16="http://schemas.microsoft.com/office/drawing/2014/main" id="{5AAABF21-7ADF-C931-4603-963F3258A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0735" y="2273417"/>
              <a:ext cx="28350" cy="39387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6" y="0"/>
                </a:cxn>
                <a:cxn ang="0">
                  <a:pos x="0" y="6"/>
                </a:cxn>
                <a:cxn ang="0">
                  <a:pos x="1" y="11"/>
                </a:cxn>
                <a:cxn ang="0">
                  <a:pos x="7" y="17"/>
                </a:cxn>
                <a:cxn ang="0">
                  <a:pos x="10" y="21"/>
                </a:cxn>
                <a:cxn ang="0">
                  <a:pos x="13" y="21"/>
                </a:cxn>
                <a:cxn ang="0">
                  <a:pos x="14" y="17"/>
                </a:cxn>
                <a:cxn ang="0">
                  <a:pos x="10" y="10"/>
                </a:cxn>
                <a:cxn ang="0">
                  <a:pos x="13" y="6"/>
                </a:cxn>
                <a:cxn ang="0">
                  <a:pos x="12" y="2"/>
                </a:cxn>
              </a:cxnLst>
              <a:rect l="0" t="0" r="r" b="b"/>
              <a:pathLst>
                <a:path w="14" h="21">
                  <a:moveTo>
                    <a:pt x="12" y="2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7" y="17"/>
                  </a:lnTo>
                  <a:lnTo>
                    <a:pt x="10" y="21"/>
                  </a:lnTo>
                  <a:lnTo>
                    <a:pt x="13" y="21"/>
                  </a:lnTo>
                  <a:lnTo>
                    <a:pt x="14" y="17"/>
                  </a:lnTo>
                  <a:lnTo>
                    <a:pt x="10" y="10"/>
                  </a:lnTo>
                  <a:lnTo>
                    <a:pt x="13" y="6"/>
                  </a:lnTo>
                  <a:lnTo>
                    <a:pt x="12" y="2"/>
                  </a:lnTo>
                  <a:close/>
                </a:path>
              </a:pathLst>
            </a:custGeom>
            <a:solidFill>
              <a:schemeClr val="bg2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ar-SA" sz="3200"/>
            </a:p>
          </p:txBody>
        </p:sp>
        <p:sp>
          <p:nvSpPr>
            <p:cNvPr id="114" name="Freeform 9">
              <a:extLst>
                <a:ext uri="{FF2B5EF4-FFF2-40B4-BE49-F238E27FC236}">
                  <a16:creationId xmlns:a16="http://schemas.microsoft.com/office/drawing/2014/main" id="{1B4BD77C-B767-C31F-FE3C-C46DB0586E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7544" y="3276839"/>
              <a:ext cx="587240" cy="382614"/>
            </a:xfrm>
            <a:custGeom>
              <a:avLst/>
              <a:gdLst/>
              <a:ahLst/>
              <a:cxnLst>
                <a:cxn ang="0">
                  <a:pos x="226" y="197"/>
                </a:cxn>
                <a:cxn ang="0">
                  <a:pos x="229" y="181"/>
                </a:cxn>
                <a:cxn ang="0">
                  <a:pos x="209" y="182"/>
                </a:cxn>
                <a:cxn ang="0">
                  <a:pos x="209" y="193"/>
                </a:cxn>
                <a:cxn ang="0">
                  <a:pos x="270" y="152"/>
                </a:cxn>
                <a:cxn ang="0">
                  <a:pos x="281" y="146"/>
                </a:cxn>
                <a:cxn ang="0">
                  <a:pos x="180" y="131"/>
                </a:cxn>
                <a:cxn ang="0">
                  <a:pos x="160" y="163"/>
                </a:cxn>
                <a:cxn ang="0">
                  <a:pos x="152" y="151"/>
                </a:cxn>
                <a:cxn ang="0">
                  <a:pos x="131" y="134"/>
                </a:cxn>
                <a:cxn ang="0">
                  <a:pos x="135" y="115"/>
                </a:cxn>
                <a:cxn ang="0">
                  <a:pos x="153" y="127"/>
                </a:cxn>
                <a:cxn ang="0">
                  <a:pos x="153" y="117"/>
                </a:cxn>
                <a:cxn ang="0">
                  <a:pos x="177" y="102"/>
                </a:cxn>
                <a:cxn ang="0">
                  <a:pos x="168" y="133"/>
                </a:cxn>
                <a:cxn ang="0">
                  <a:pos x="174" y="150"/>
                </a:cxn>
                <a:cxn ang="0">
                  <a:pos x="160" y="163"/>
                </a:cxn>
                <a:cxn ang="0">
                  <a:pos x="177" y="162"/>
                </a:cxn>
                <a:cxn ang="0">
                  <a:pos x="166" y="165"/>
                </a:cxn>
                <a:cxn ang="0">
                  <a:pos x="151" y="174"/>
                </a:cxn>
                <a:cxn ang="0">
                  <a:pos x="164" y="173"/>
                </a:cxn>
                <a:cxn ang="0">
                  <a:pos x="155" y="179"/>
                </a:cxn>
                <a:cxn ang="0">
                  <a:pos x="122" y="176"/>
                </a:cxn>
                <a:cxn ang="0">
                  <a:pos x="131" y="164"/>
                </a:cxn>
                <a:cxn ang="0">
                  <a:pos x="104" y="105"/>
                </a:cxn>
                <a:cxn ang="0">
                  <a:pos x="99" y="123"/>
                </a:cxn>
                <a:cxn ang="0">
                  <a:pos x="94" y="168"/>
                </a:cxn>
                <a:cxn ang="0">
                  <a:pos x="110" y="171"/>
                </a:cxn>
                <a:cxn ang="0">
                  <a:pos x="120" y="160"/>
                </a:cxn>
                <a:cxn ang="0">
                  <a:pos x="73" y="133"/>
                </a:cxn>
                <a:cxn ang="0">
                  <a:pos x="110" y="146"/>
                </a:cxn>
                <a:cxn ang="0">
                  <a:pos x="91" y="160"/>
                </a:cxn>
                <a:cxn ang="0">
                  <a:pos x="73" y="133"/>
                </a:cxn>
                <a:cxn ang="0">
                  <a:pos x="124" y="24"/>
                </a:cxn>
                <a:cxn ang="0">
                  <a:pos x="27" y="67"/>
                </a:cxn>
                <a:cxn ang="0">
                  <a:pos x="39" y="58"/>
                </a:cxn>
                <a:cxn ang="0">
                  <a:pos x="25" y="72"/>
                </a:cxn>
                <a:cxn ang="0">
                  <a:pos x="42" y="48"/>
                </a:cxn>
                <a:cxn ang="0">
                  <a:pos x="76" y="47"/>
                </a:cxn>
                <a:cxn ang="0">
                  <a:pos x="95" y="25"/>
                </a:cxn>
                <a:cxn ang="0">
                  <a:pos x="100" y="0"/>
                </a:cxn>
                <a:cxn ang="0">
                  <a:pos x="62" y="24"/>
                </a:cxn>
                <a:cxn ang="0">
                  <a:pos x="27" y="47"/>
                </a:cxn>
                <a:cxn ang="0">
                  <a:pos x="7" y="61"/>
                </a:cxn>
                <a:cxn ang="0">
                  <a:pos x="25" y="72"/>
                </a:cxn>
                <a:cxn ang="0">
                  <a:pos x="60" y="159"/>
                </a:cxn>
                <a:cxn ang="0">
                  <a:pos x="64" y="142"/>
                </a:cxn>
                <a:cxn ang="0">
                  <a:pos x="73" y="124"/>
                </a:cxn>
                <a:cxn ang="0">
                  <a:pos x="93" y="106"/>
                </a:cxn>
                <a:cxn ang="0">
                  <a:pos x="107" y="98"/>
                </a:cxn>
                <a:cxn ang="0">
                  <a:pos x="119" y="86"/>
                </a:cxn>
                <a:cxn ang="0">
                  <a:pos x="91" y="76"/>
                </a:cxn>
                <a:cxn ang="0">
                  <a:pos x="85" y="55"/>
                </a:cxn>
                <a:cxn ang="0">
                  <a:pos x="49" y="53"/>
                </a:cxn>
                <a:cxn ang="0">
                  <a:pos x="59" y="76"/>
                </a:cxn>
                <a:cxn ang="0">
                  <a:pos x="42" y="75"/>
                </a:cxn>
                <a:cxn ang="0">
                  <a:pos x="32" y="71"/>
                </a:cxn>
                <a:cxn ang="0">
                  <a:pos x="15" y="76"/>
                </a:cxn>
                <a:cxn ang="0">
                  <a:pos x="13" y="94"/>
                </a:cxn>
                <a:cxn ang="0">
                  <a:pos x="12" y="105"/>
                </a:cxn>
                <a:cxn ang="0">
                  <a:pos x="0" y="136"/>
                </a:cxn>
                <a:cxn ang="0">
                  <a:pos x="25" y="157"/>
                </a:cxn>
                <a:cxn ang="0">
                  <a:pos x="52" y="169"/>
                </a:cxn>
              </a:cxnLst>
              <a:rect l="0" t="0" r="r" b="b"/>
              <a:pathLst>
                <a:path w="290" h="204">
                  <a:moveTo>
                    <a:pt x="207" y="199"/>
                  </a:moveTo>
                  <a:lnTo>
                    <a:pt x="210" y="202"/>
                  </a:lnTo>
                  <a:lnTo>
                    <a:pt x="220" y="204"/>
                  </a:lnTo>
                  <a:lnTo>
                    <a:pt x="226" y="197"/>
                  </a:lnTo>
                  <a:lnTo>
                    <a:pt x="230" y="198"/>
                  </a:lnTo>
                  <a:lnTo>
                    <a:pt x="232" y="194"/>
                  </a:lnTo>
                  <a:lnTo>
                    <a:pt x="227" y="188"/>
                  </a:lnTo>
                  <a:lnTo>
                    <a:pt x="229" y="181"/>
                  </a:lnTo>
                  <a:lnTo>
                    <a:pt x="222" y="180"/>
                  </a:lnTo>
                  <a:lnTo>
                    <a:pt x="220" y="182"/>
                  </a:lnTo>
                  <a:lnTo>
                    <a:pt x="216" y="180"/>
                  </a:lnTo>
                  <a:lnTo>
                    <a:pt x="209" y="182"/>
                  </a:lnTo>
                  <a:lnTo>
                    <a:pt x="210" y="187"/>
                  </a:lnTo>
                  <a:lnTo>
                    <a:pt x="217" y="187"/>
                  </a:lnTo>
                  <a:lnTo>
                    <a:pt x="215" y="190"/>
                  </a:lnTo>
                  <a:lnTo>
                    <a:pt x="209" y="193"/>
                  </a:lnTo>
                  <a:lnTo>
                    <a:pt x="207" y="199"/>
                  </a:lnTo>
                  <a:lnTo>
                    <a:pt x="207" y="199"/>
                  </a:lnTo>
                  <a:close/>
                  <a:moveTo>
                    <a:pt x="273" y="141"/>
                  </a:moveTo>
                  <a:lnTo>
                    <a:pt x="270" y="152"/>
                  </a:lnTo>
                  <a:lnTo>
                    <a:pt x="273" y="159"/>
                  </a:lnTo>
                  <a:lnTo>
                    <a:pt x="287" y="164"/>
                  </a:lnTo>
                  <a:lnTo>
                    <a:pt x="290" y="157"/>
                  </a:lnTo>
                  <a:lnTo>
                    <a:pt x="281" y="146"/>
                  </a:lnTo>
                  <a:lnTo>
                    <a:pt x="273" y="141"/>
                  </a:lnTo>
                  <a:lnTo>
                    <a:pt x="273" y="141"/>
                  </a:lnTo>
                  <a:close/>
                  <a:moveTo>
                    <a:pt x="183" y="122"/>
                  </a:moveTo>
                  <a:lnTo>
                    <a:pt x="180" y="131"/>
                  </a:lnTo>
                  <a:lnTo>
                    <a:pt x="186" y="133"/>
                  </a:lnTo>
                  <a:lnTo>
                    <a:pt x="183" y="122"/>
                  </a:lnTo>
                  <a:lnTo>
                    <a:pt x="183" y="122"/>
                  </a:lnTo>
                  <a:close/>
                  <a:moveTo>
                    <a:pt x="160" y="163"/>
                  </a:moveTo>
                  <a:lnTo>
                    <a:pt x="153" y="163"/>
                  </a:lnTo>
                  <a:lnTo>
                    <a:pt x="151" y="159"/>
                  </a:lnTo>
                  <a:lnTo>
                    <a:pt x="154" y="154"/>
                  </a:lnTo>
                  <a:lnTo>
                    <a:pt x="152" y="151"/>
                  </a:lnTo>
                  <a:lnTo>
                    <a:pt x="142" y="148"/>
                  </a:lnTo>
                  <a:lnTo>
                    <a:pt x="136" y="148"/>
                  </a:lnTo>
                  <a:lnTo>
                    <a:pt x="130" y="142"/>
                  </a:lnTo>
                  <a:lnTo>
                    <a:pt x="131" y="134"/>
                  </a:lnTo>
                  <a:lnTo>
                    <a:pt x="128" y="129"/>
                  </a:lnTo>
                  <a:lnTo>
                    <a:pt x="126" y="123"/>
                  </a:lnTo>
                  <a:lnTo>
                    <a:pt x="131" y="122"/>
                  </a:lnTo>
                  <a:lnTo>
                    <a:pt x="135" y="115"/>
                  </a:lnTo>
                  <a:lnTo>
                    <a:pt x="140" y="112"/>
                  </a:lnTo>
                  <a:lnTo>
                    <a:pt x="145" y="117"/>
                  </a:lnTo>
                  <a:lnTo>
                    <a:pt x="145" y="122"/>
                  </a:lnTo>
                  <a:lnTo>
                    <a:pt x="153" y="127"/>
                  </a:lnTo>
                  <a:lnTo>
                    <a:pt x="154" y="124"/>
                  </a:lnTo>
                  <a:lnTo>
                    <a:pt x="159" y="125"/>
                  </a:lnTo>
                  <a:lnTo>
                    <a:pt x="160" y="121"/>
                  </a:lnTo>
                  <a:lnTo>
                    <a:pt x="153" y="117"/>
                  </a:lnTo>
                  <a:lnTo>
                    <a:pt x="149" y="113"/>
                  </a:lnTo>
                  <a:lnTo>
                    <a:pt x="154" y="106"/>
                  </a:lnTo>
                  <a:lnTo>
                    <a:pt x="166" y="102"/>
                  </a:lnTo>
                  <a:lnTo>
                    <a:pt x="177" y="102"/>
                  </a:lnTo>
                  <a:lnTo>
                    <a:pt x="180" y="110"/>
                  </a:lnTo>
                  <a:lnTo>
                    <a:pt x="181" y="118"/>
                  </a:lnTo>
                  <a:lnTo>
                    <a:pt x="177" y="128"/>
                  </a:lnTo>
                  <a:lnTo>
                    <a:pt x="168" y="133"/>
                  </a:lnTo>
                  <a:lnTo>
                    <a:pt x="168" y="135"/>
                  </a:lnTo>
                  <a:lnTo>
                    <a:pt x="176" y="140"/>
                  </a:lnTo>
                  <a:lnTo>
                    <a:pt x="178" y="146"/>
                  </a:lnTo>
                  <a:lnTo>
                    <a:pt x="174" y="150"/>
                  </a:lnTo>
                  <a:lnTo>
                    <a:pt x="164" y="153"/>
                  </a:lnTo>
                  <a:lnTo>
                    <a:pt x="164" y="159"/>
                  </a:lnTo>
                  <a:lnTo>
                    <a:pt x="160" y="163"/>
                  </a:lnTo>
                  <a:lnTo>
                    <a:pt x="160" y="163"/>
                  </a:lnTo>
                  <a:close/>
                  <a:moveTo>
                    <a:pt x="166" y="165"/>
                  </a:moveTo>
                  <a:lnTo>
                    <a:pt x="168" y="169"/>
                  </a:lnTo>
                  <a:lnTo>
                    <a:pt x="171" y="163"/>
                  </a:lnTo>
                  <a:lnTo>
                    <a:pt x="177" y="162"/>
                  </a:lnTo>
                  <a:lnTo>
                    <a:pt x="176" y="158"/>
                  </a:lnTo>
                  <a:lnTo>
                    <a:pt x="170" y="160"/>
                  </a:lnTo>
                  <a:lnTo>
                    <a:pt x="166" y="165"/>
                  </a:lnTo>
                  <a:lnTo>
                    <a:pt x="166" y="165"/>
                  </a:lnTo>
                  <a:close/>
                  <a:moveTo>
                    <a:pt x="131" y="164"/>
                  </a:moveTo>
                  <a:lnTo>
                    <a:pt x="140" y="175"/>
                  </a:lnTo>
                  <a:lnTo>
                    <a:pt x="146" y="174"/>
                  </a:lnTo>
                  <a:lnTo>
                    <a:pt x="151" y="174"/>
                  </a:lnTo>
                  <a:lnTo>
                    <a:pt x="153" y="168"/>
                  </a:lnTo>
                  <a:lnTo>
                    <a:pt x="160" y="168"/>
                  </a:lnTo>
                  <a:lnTo>
                    <a:pt x="163" y="167"/>
                  </a:lnTo>
                  <a:lnTo>
                    <a:pt x="164" y="173"/>
                  </a:lnTo>
                  <a:lnTo>
                    <a:pt x="160" y="180"/>
                  </a:lnTo>
                  <a:lnTo>
                    <a:pt x="160" y="186"/>
                  </a:lnTo>
                  <a:lnTo>
                    <a:pt x="158" y="185"/>
                  </a:lnTo>
                  <a:lnTo>
                    <a:pt x="155" y="179"/>
                  </a:lnTo>
                  <a:lnTo>
                    <a:pt x="151" y="183"/>
                  </a:lnTo>
                  <a:lnTo>
                    <a:pt x="139" y="185"/>
                  </a:lnTo>
                  <a:lnTo>
                    <a:pt x="125" y="181"/>
                  </a:lnTo>
                  <a:lnTo>
                    <a:pt x="122" y="176"/>
                  </a:lnTo>
                  <a:lnTo>
                    <a:pt x="126" y="174"/>
                  </a:lnTo>
                  <a:lnTo>
                    <a:pt x="123" y="170"/>
                  </a:lnTo>
                  <a:lnTo>
                    <a:pt x="126" y="165"/>
                  </a:lnTo>
                  <a:lnTo>
                    <a:pt x="131" y="164"/>
                  </a:lnTo>
                  <a:lnTo>
                    <a:pt x="131" y="164"/>
                  </a:lnTo>
                  <a:close/>
                  <a:moveTo>
                    <a:pt x="99" y="123"/>
                  </a:moveTo>
                  <a:lnTo>
                    <a:pt x="104" y="117"/>
                  </a:lnTo>
                  <a:lnTo>
                    <a:pt x="104" y="105"/>
                  </a:lnTo>
                  <a:lnTo>
                    <a:pt x="107" y="116"/>
                  </a:lnTo>
                  <a:lnTo>
                    <a:pt x="106" y="122"/>
                  </a:lnTo>
                  <a:lnTo>
                    <a:pt x="99" y="123"/>
                  </a:lnTo>
                  <a:lnTo>
                    <a:pt x="99" y="123"/>
                  </a:lnTo>
                  <a:close/>
                  <a:moveTo>
                    <a:pt x="94" y="168"/>
                  </a:moveTo>
                  <a:lnTo>
                    <a:pt x="101" y="174"/>
                  </a:lnTo>
                  <a:lnTo>
                    <a:pt x="105" y="170"/>
                  </a:lnTo>
                  <a:lnTo>
                    <a:pt x="94" y="168"/>
                  </a:lnTo>
                  <a:lnTo>
                    <a:pt x="94" y="168"/>
                  </a:lnTo>
                  <a:close/>
                  <a:moveTo>
                    <a:pt x="116" y="153"/>
                  </a:moveTo>
                  <a:lnTo>
                    <a:pt x="113" y="165"/>
                  </a:lnTo>
                  <a:lnTo>
                    <a:pt x="110" y="171"/>
                  </a:lnTo>
                  <a:lnTo>
                    <a:pt x="111" y="176"/>
                  </a:lnTo>
                  <a:lnTo>
                    <a:pt x="116" y="169"/>
                  </a:lnTo>
                  <a:lnTo>
                    <a:pt x="120" y="160"/>
                  </a:lnTo>
                  <a:lnTo>
                    <a:pt x="120" y="160"/>
                  </a:lnTo>
                  <a:lnTo>
                    <a:pt x="118" y="157"/>
                  </a:lnTo>
                  <a:lnTo>
                    <a:pt x="116" y="153"/>
                  </a:lnTo>
                  <a:lnTo>
                    <a:pt x="116" y="153"/>
                  </a:lnTo>
                  <a:close/>
                  <a:moveTo>
                    <a:pt x="73" y="133"/>
                  </a:moveTo>
                  <a:lnTo>
                    <a:pt x="87" y="130"/>
                  </a:lnTo>
                  <a:lnTo>
                    <a:pt x="96" y="135"/>
                  </a:lnTo>
                  <a:lnTo>
                    <a:pt x="104" y="134"/>
                  </a:lnTo>
                  <a:lnTo>
                    <a:pt x="110" y="146"/>
                  </a:lnTo>
                  <a:lnTo>
                    <a:pt x="112" y="152"/>
                  </a:lnTo>
                  <a:lnTo>
                    <a:pt x="106" y="163"/>
                  </a:lnTo>
                  <a:lnTo>
                    <a:pt x="96" y="164"/>
                  </a:lnTo>
                  <a:lnTo>
                    <a:pt x="91" y="160"/>
                  </a:lnTo>
                  <a:lnTo>
                    <a:pt x="84" y="160"/>
                  </a:lnTo>
                  <a:lnTo>
                    <a:pt x="76" y="152"/>
                  </a:lnTo>
                  <a:lnTo>
                    <a:pt x="71" y="142"/>
                  </a:lnTo>
                  <a:lnTo>
                    <a:pt x="73" y="133"/>
                  </a:lnTo>
                  <a:lnTo>
                    <a:pt x="73" y="133"/>
                  </a:lnTo>
                  <a:close/>
                  <a:moveTo>
                    <a:pt x="110" y="29"/>
                  </a:moveTo>
                  <a:lnTo>
                    <a:pt x="114" y="24"/>
                  </a:lnTo>
                  <a:lnTo>
                    <a:pt x="124" y="24"/>
                  </a:lnTo>
                  <a:lnTo>
                    <a:pt x="117" y="29"/>
                  </a:lnTo>
                  <a:lnTo>
                    <a:pt x="110" y="29"/>
                  </a:lnTo>
                  <a:lnTo>
                    <a:pt x="110" y="29"/>
                  </a:lnTo>
                  <a:close/>
                  <a:moveTo>
                    <a:pt x="27" y="67"/>
                  </a:moveTo>
                  <a:lnTo>
                    <a:pt x="27" y="59"/>
                  </a:lnTo>
                  <a:lnTo>
                    <a:pt x="33" y="53"/>
                  </a:lnTo>
                  <a:lnTo>
                    <a:pt x="41" y="53"/>
                  </a:lnTo>
                  <a:lnTo>
                    <a:pt x="39" y="58"/>
                  </a:lnTo>
                  <a:lnTo>
                    <a:pt x="32" y="66"/>
                  </a:lnTo>
                  <a:lnTo>
                    <a:pt x="27" y="67"/>
                  </a:lnTo>
                  <a:lnTo>
                    <a:pt x="27" y="67"/>
                  </a:lnTo>
                  <a:close/>
                  <a:moveTo>
                    <a:pt x="25" y="72"/>
                  </a:moveTo>
                  <a:lnTo>
                    <a:pt x="23" y="61"/>
                  </a:lnTo>
                  <a:lnTo>
                    <a:pt x="25" y="55"/>
                  </a:lnTo>
                  <a:lnTo>
                    <a:pt x="41" y="47"/>
                  </a:lnTo>
                  <a:lnTo>
                    <a:pt x="42" y="48"/>
                  </a:lnTo>
                  <a:lnTo>
                    <a:pt x="50" y="47"/>
                  </a:lnTo>
                  <a:lnTo>
                    <a:pt x="60" y="49"/>
                  </a:lnTo>
                  <a:lnTo>
                    <a:pt x="66" y="47"/>
                  </a:lnTo>
                  <a:lnTo>
                    <a:pt x="76" y="47"/>
                  </a:lnTo>
                  <a:lnTo>
                    <a:pt x="83" y="49"/>
                  </a:lnTo>
                  <a:lnTo>
                    <a:pt x="88" y="48"/>
                  </a:lnTo>
                  <a:lnTo>
                    <a:pt x="96" y="34"/>
                  </a:lnTo>
                  <a:lnTo>
                    <a:pt x="95" y="25"/>
                  </a:lnTo>
                  <a:lnTo>
                    <a:pt x="96" y="21"/>
                  </a:lnTo>
                  <a:lnTo>
                    <a:pt x="95" y="13"/>
                  </a:lnTo>
                  <a:lnTo>
                    <a:pt x="101" y="2"/>
                  </a:lnTo>
                  <a:lnTo>
                    <a:pt x="100" y="0"/>
                  </a:lnTo>
                  <a:lnTo>
                    <a:pt x="88" y="11"/>
                  </a:lnTo>
                  <a:lnTo>
                    <a:pt x="76" y="15"/>
                  </a:lnTo>
                  <a:lnTo>
                    <a:pt x="67" y="15"/>
                  </a:lnTo>
                  <a:lnTo>
                    <a:pt x="62" y="24"/>
                  </a:lnTo>
                  <a:lnTo>
                    <a:pt x="58" y="34"/>
                  </a:lnTo>
                  <a:lnTo>
                    <a:pt x="48" y="38"/>
                  </a:lnTo>
                  <a:lnTo>
                    <a:pt x="38" y="38"/>
                  </a:lnTo>
                  <a:lnTo>
                    <a:pt x="27" y="47"/>
                  </a:lnTo>
                  <a:lnTo>
                    <a:pt x="24" y="46"/>
                  </a:lnTo>
                  <a:lnTo>
                    <a:pt x="16" y="46"/>
                  </a:lnTo>
                  <a:lnTo>
                    <a:pt x="14" y="54"/>
                  </a:lnTo>
                  <a:lnTo>
                    <a:pt x="7" y="61"/>
                  </a:lnTo>
                  <a:lnTo>
                    <a:pt x="12" y="64"/>
                  </a:lnTo>
                  <a:lnTo>
                    <a:pt x="15" y="63"/>
                  </a:lnTo>
                  <a:lnTo>
                    <a:pt x="25" y="72"/>
                  </a:lnTo>
                  <a:lnTo>
                    <a:pt x="25" y="72"/>
                  </a:lnTo>
                  <a:close/>
                  <a:moveTo>
                    <a:pt x="65" y="170"/>
                  </a:moveTo>
                  <a:lnTo>
                    <a:pt x="64" y="170"/>
                  </a:lnTo>
                  <a:lnTo>
                    <a:pt x="66" y="164"/>
                  </a:lnTo>
                  <a:lnTo>
                    <a:pt x="60" y="159"/>
                  </a:lnTo>
                  <a:lnTo>
                    <a:pt x="56" y="159"/>
                  </a:lnTo>
                  <a:lnTo>
                    <a:pt x="58" y="153"/>
                  </a:lnTo>
                  <a:lnTo>
                    <a:pt x="62" y="150"/>
                  </a:lnTo>
                  <a:lnTo>
                    <a:pt x="64" y="142"/>
                  </a:lnTo>
                  <a:lnTo>
                    <a:pt x="59" y="141"/>
                  </a:lnTo>
                  <a:lnTo>
                    <a:pt x="59" y="135"/>
                  </a:lnTo>
                  <a:lnTo>
                    <a:pt x="77" y="127"/>
                  </a:lnTo>
                  <a:lnTo>
                    <a:pt x="73" y="124"/>
                  </a:lnTo>
                  <a:lnTo>
                    <a:pt x="79" y="118"/>
                  </a:lnTo>
                  <a:lnTo>
                    <a:pt x="83" y="121"/>
                  </a:lnTo>
                  <a:lnTo>
                    <a:pt x="93" y="117"/>
                  </a:lnTo>
                  <a:lnTo>
                    <a:pt x="93" y="106"/>
                  </a:lnTo>
                  <a:lnTo>
                    <a:pt x="88" y="98"/>
                  </a:lnTo>
                  <a:lnTo>
                    <a:pt x="94" y="93"/>
                  </a:lnTo>
                  <a:lnTo>
                    <a:pt x="101" y="92"/>
                  </a:lnTo>
                  <a:lnTo>
                    <a:pt x="107" y="98"/>
                  </a:lnTo>
                  <a:lnTo>
                    <a:pt x="111" y="95"/>
                  </a:lnTo>
                  <a:lnTo>
                    <a:pt x="113" y="96"/>
                  </a:lnTo>
                  <a:lnTo>
                    <a:pt x="117" y="93"/>
                  </a:lnTo>
                  <a:lnTo>
                    <a:pt x="119" y="86"/>
                  </a:lnTo>
                  <a:lnTo>
                    <a:pt x="112" y="78"/>
                  </a:lnTo>
                  <a:lnTo>
                    <a:pt x="107" y="81"/>
                  </a:lnTo>
                  <a:lnTo>
                    <a:pt x="96" y="81"/>
                  </a:lnTo>
                  <a:lnTo>
                    <a:pt x="91" y="76"/>
                  </a:lnTo>
                  <a:lnTo>
                    <a:pt x="87" y="69"/>
                  </a:lnTo>
                  <a:lnTo>
                    <a:pt x="82" y="69"/>
                  </a:lnTo>
                  <a:lnTo>
                    <a:pt x="85" y="64"/>
                  </a:lnTo>
                  <a:lnTo>
                    <a:pt x="85" y="55"/>
                  </a:lnTo>
                  <a:lnTo>
                    <a:pt x="77" y="50"/>
                  </a:lnTo>
                  <a:lnTo>
                    <a:pt x="64" y="50"/>
                  </a:lnTo>
                  <a:lnTo>
                    <a:pt x="56" y="54"/>
                  </a:lnTo>
                  <a:lnTo>
                    <a:pt x="49" y="53"/>
                  </a:lnTo>
                  <a:lnTo>
                    <a:pt x="46" y="55"/>
                  </a:lnTo>
                  <a:lnTo>
                    <a:pt x="54" y="65"/>
                  </a:lnTo>
                  <a:lnTo>
                    <a:pt x="52" y="69"/>
                  </a:lnTo>
                  <a:lnTo>
                    <a:pt x="59" y="76"/>
                  </a:lnTo>
                  <a:lnTo>
                    <a:pt x="58" y="78"/>
                  </a:lnTo>
                  <a:lnTo>
                    <a:pt x="52" y="76"/>
                  </a:lnTo>
                  <a:lnTo>
                    <a:pt x="43" y="78"/>
                  </a:lnTo>
                  <a:lnTo>
                    <a:pt x="42" y="75"/>
                  </a:lnTo>
                  <a:lnTo>
                    <a:pt x="47" y="70"/>
                  </a:lnTo>
                  <a:lnTo>
                    <a:pt x="42" y="61"/>
                  </a:lnTo>
                  <a:lnTo>
                    <a:pt x="39" y="61"/>
                  </a:lnTo>
                  <a:lnTo>
                    <a:pt x="32" y="71"/>
                  </a:lnTo>
                  <a:lnTo>
                    <a:pt x="37" y="76"/>
                  </a:lnTo>
                  <a:lnTo>
                    <a:pt x="27" y="82"/>
                  </a:lnTo>
                  <a:lnTo>
                    <a:pt x="23" y="76"/>
                  </a:lnTo>
                  <a:lnTo>
                    <a:pt x="15" y="76"/>
                  </a:lnTo>
                  <a:lnTo>
                    <a:pt x="9" y="73"/>
                  </a:lnTo>
                  <a:lnTo>
                    <a:pt x="3" y="80"/>
                  </a:lnTo>
                  <a:lnTo>
                    <a:pt x="13" y="87"/>
                  </a:lnTo>
                  <a:lnTo>
                    <a:pt x="13" y="94"/>
                  </a:lnTo>
                  <a:lnTo>
                    <a:pt x="7" y="90"/>
                  </a:lnTo>
                  <a:lnTo>
                    <a:pt x="3" y="92"/>
                  </a:lnTo>
                  <a:lnTo>
                    <a:pt x="6" y="101"/>
                  </a:lnTo>
                  <a:lnTo>
                    <a:pt x="12" y="105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4" y="124"/>
                  </a:lnTo>
                  <a:lnTo>
                    <a:pt x="0" y="136"/>
                  </a:lnTo>
                  <a:lnTo>
                    <a:pt x="4" y="140"/>
                  </a:lnTo>
                  <a:lnTo>
                    <a:pt x="12" y="136"/>
                  </a:lnTo>
                  <a:lnTo>
                    <a:pt x="23" y="145"/>
                  </a:lnTo>
                  <a:lnTo>
                    <a:pt x="25" y="157"/>
                  </a:lnTo>
                  <a:lnTo>
                    <a:pt x="20" y="159"/>
                  </a:lnTo>
                  <a:lnTo>
                    <a:pt x="23" y="165"/>
                  </a:lnTo>
                  <a:lnTo>
                    <a:pt x="35" y="165"/>
                  </a:lnTo>
                  <a:lnTo>
                    <a:pt x="52" y="169"/>
                  </a:lnTo>
                  <a:lnTo>
                    <a:pt x="56" y="171"/>
                  </a:lnTo>
                  <a:lnTo>
                    <a:pt x="65" y="17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ar-SA" sz="3200"/>
            </a:p>
          </p:txBody>
        </p:sp>
        <p:sp>
          <p:nvSpPr>
            <p:cNvPr id="115" name="Freeform 10">
              <a:extLst>
                <a:ext uri="{FF2B5EF4-FFF2-40B4-BE49-F238E27FC236}">
                  <a16:creationId xmlns:a16="http://schemas.microsoft.com/office/drawing/2014/main" id="{59E51B8B-B976-AFAE-D385-9B8BBCBA44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9874" y="1433168"/>
              <a:ext cx="1895369" cy="1826791"/>
            </a:xfrm>
            <a:custGeom>
              <a:avLst/>
              <a:gdLst/>
              <a:ahLst/>
              <a:cxnLst>
                <a:cxn ang="0">
                  <a:pos x="898" y="122"/>
                </a:cxn>
                <a:cxn ang="0">
                  <a:pos x="929" y="68"/>
                </a:cxn>
                <a:cxn ang="0">
                  <a:pos x="859" y="44"/>
                </a:cxn>
                <a:cxn ang="0">
                  <a:pos x="819" y="45"/>
                </a:cxn>
                <a:cxn ang="0">
                  <a:pos x="791" y="0"/>
                </a:cxn>
                <a:cxn ang="0">
                  <a:pos x="761" y="62"/>
                </a:cxn>
                <a:cxn ang="0">
                  <a:pos x="701" y="88"/>
                </a:cxn>
                <a:cxn ang="0">
                  <a:pos x="672" y="33"/>
                </a:cxn>
                <a:cxn ang="0">
                  <a:pos x="648" y="103"/>
                </a:cxn>
                <a:cxn ang="0">
                  <a:pos x="593" y="112"/>
                </a:cxn>
                <a:cxn ang="0">
                  <a:pos x="533" y="166"/>
                </a:cxn>
                <a:cxn ang="0">
                  <a:pos x="510" y="181"/>
                </a:cxn>
                <a:cxn ang="0">
                  <a:pos x="458" y="181"/>
                </a:cxn>
                <a:cxn ang="0">
                  <a:pos x="414" y="238"/>
                </a:cxn>
                <a:cxn ang="0">
                  <a:pos x="408" y="266"/>
                </a:cxn>
                <a:cxn ang="0">
                  <a:pos x="362" y="296"/>
                </a:cxn>
                <a:cxn ang="0">
                  <a:pos x="369" y="331"/>
                </a:cxn>
                <a:cxn ang="0">
                  <a:pos x="322" y="377"/>
                </a:cxn>
                <a:cxn ang="0">
                  <a:pos x="315" y="412"/>
                </a:cxn>
                <a:cxn ang="0">
                  <a:pos x="296" y="469"/>
                </a:cxn>
                <a:cxn ang="0">
                  <a:pos x="246" y="525"/>
                </a:cxn>
                <a:cxn ang="0">
                  <a:pos x="186" y="591"/>
                </a:cxn>
                <a:cxn ang="0">
                  <a:pos x="255" y="585"/>
                </a:cxn>
                <a:cxn ang="0">
                  <a:pos x="170" y="608"/>
                </a:cxn>
                <a:cxn ang="0">
                  <a:pos x="145" y="647"/>
                </a:cxn>
                <a:cxn ang="0">
                  <a:pos x="107" y="658"/>
                </a:cxn>
                <a:cxn ang="0">
                  <a:pos x="87" y="691"/>
                </a:cxn>
                <a:cxn ang="0">
                  <a:pos x="15" y="700"/>
                </a:cxn>
                <a:cxn ang="0">
                  <a:pos x="27" y="742"/>
                </a:cxn>
                <a:cxn ang="0">
                  <a:pos x="72" y="757"/>
                </a:cxn>
                <a:cxn ang="0">
                  <a:pos x="89" y="775"/>
                </a:cxn>
                <a:cxn ang="0">
                  <a:pos x="24" y="797"/>
                </a:cxn>
                <a:cxn ang="0">
                  <a:pos x="85" y="810"/>
                </a:cxn>
                <a:cxn ang="0">
                  <a:pos x="39" y="867"/>
                </a:cxn>
                <a:cxn ang="0">
                  <a:pos x="67" y="911"/>
                </a:cxn>
                <a:cxn ang="0">
                  <a:pos x="110" y="974"/>
                </a:cxn>
                <a:cxn ang="0">
                  <a:pos x="194" y="901"/>
                </a:cxn>
                <a:cxn ang="0">
                  <a:pos x="230" y="876"/>
                </a:cxn>
                <a:cxn ang="0">
                  <a:pos x="288" y="904"/>
                </a:cxn>
                <a:cxn ang="0">
                  <a:pos x="293" y="684"/>
                </a:cxn>
                <a:cxn ang="0">
                  <a:pos x="356" y="411"/>
                </a:cxn>
                <a:cxn ang="0">
                  <a:pos x="472" y="254"/>
                </a:cxn>
                <a:cxn ang="0">
                  <a:pos x="554" y="187"/>
                </a:cxn>
                <a:cxn ang="0">
                  <a:pos x="715" y="207"/>
                </a:cxn>
                <a:cxn ang="0">
                  <a:pos x="821" y="99"/>
                </a:cxn>
                <a:cxn ang="0">
                  <a:pos x="21" y="850"/>
                </a:cxn>
                <a:cxn ang="0">
                  <a:pos x="10" y="804"/>
                </a:cxn>
                <a:cxn ang="0">
                  <a:pos x="6" y="723"/>
                </a:cxn>
                <a:cxn ang="0">
                  <a:pos x="131" y="620"/>
                </a:cxn>
                <a:cxn ang="0">
                  <a:pos x="154" y="600"/>
                </a:cxn>
                <a:cxn ang="0">
                  <a:pos x="247" y="515"/>
                </a:cxn>
                <a:cxn ang="0">
                  <a:pos x="338" y="340"/>
                </a:cxn>
                <a:cxn ang="0">
                  <a:pos x="309" y="264"/>
                </a:cxn>
                <a:cxn ang="0">
                  <a:pos x="363" y="196"/>
                </a:cxn>
                <a:cxn ang="0">
                  <a:pos x="396" y="173"/>
                </a:cxn>
                <a:cxn ang="0">
                  <a:pos x="382" y="226"/>
                </a:cxn>
                <a:cxn ang="0">
                  <a:pos x="458" y="175"/>
                </a:cxn>
                <a:cxn ang="0">
                  <a:pos x="458" y="140"/>
                </a:cxn>
                <a:cxn ang="0">
                  <a:pos x="491" y="103"/>
                </a:cxn>
                <a:cxn ang="0">
                  <a:pos x="515" y="102"/>
                </a:cxn>
                <a:cxn ang="0">
                  <a:pos x="612" y="71"/>
                </a:cxn>
                <a:cxn ang="0">
                  <a:pos x="637" y="34"/>
                </a:cxn>
                <a:cxn ang="0">
                  <a:pos x="683" y="11"/>
                </a:cxn>
              </a:cxnLst>
              <a:rect l="0" t="0" r="r" b="b"/>
              <a:pathLst>
                <a:path w="936" h="974">
                  <a:moveTo>
                    <a:pt x="868" y="175"/>
                  </a:moveTo>
                  <a:lnTo>
                    <a:pt x="873" y="174"/>
                  </a:lnTo>
                  <a:lnTo>
                    <a:pt x="874" y="160"/>
                  </a:lnTo>
                  <a:lnTo>
                    <a:pt x="886" y="149"/>
                  </a:lnTo>
                  <a:lnTo>
                    <a:pt x="897" y="147"/>
                  </a:lnTo>
                  <a:lnTo>
                    <a:pt x="904" y="139"/>
                  </a:lnTo>
                  <a:lnTo>
                    <a:pt x="903" y="127"/>
                  </a:lnTo>
                  <a:lnTo>
                    <a:pt x="910" y="127"/>
                  </a:lnTo>
                  <a:lnTo>
                    <a:pt x="920" y="129"/>
                  </a:lnTo>
                  <a:lnTo>
                    <a:pt x="926" y="123"/>
                  </a:lnTo>
                  <a:lnTo>
                    <a:pt x="925" y="115"/>
                  </a:lnTo>
                  <a:lnTo>
                    <a:pt x="923" y="115"/>
                  </a:lnTo>
                  <a:lnTo>
                    <a:pt x="917" y="110"/>
                  </a:lnTo>
                  <a:lnTo>
                    <a:pt x="913" y="110"/>
                  </a:lnTo>
                  <a:lnTo>
                    <a:pt x="909" y="111"/>
                  </a:lnTo>
                  <a:lnTo>
                    <a:pt x="909" y="116"/>
                  </a:lnTo>
                  <a:lnTo>
                    <a:pt x="906" y="114"/>
                  </a:lnTo>
                  <a:lnTo>
                    <a:pt x="903" y="109"/>
                  </a:lnTo>
                  <a:lnTo>
                    <a:pt x="898" y="109"/>
                  </a:lnTo>
                  <a:lnTo>
                    <a:pt x="900" y="112"/>
                  </a:lnTo>
                  <a:lnTo>
                    <a:pt x="898" y="122"/>
                  </a:lnTo>
                  <a:lnTo>
                    <a:pt x="895" y="120"/>
                  </a:lnTo>
                  <a:lnTo>
                    <a:pt x="891" y="114"/>
                  </a:lnTo>
                  <a:lnTo>
                    <a:pt x="884" y="118"/>
                  </a:lnTo>
                  <a:lnTo>
                    <a:pt x="881" y="122"/>
                  </a:lnTo>
                  <a:lnTo>
                    <a:pt x="879" y="116"/>
                  </a:lnTo>
                  <a:lnTo>
                    <a:pt x="878" y="106"/>
                  </a:lnTo>
                  <a:lnTo>
                    <a:pt x="874" y="106"/>
                  </a:lnTo>
                  <a:lnTo>
                    <a:pt x="871" y="98"/>
                  </a:lnTo>
                  <a:lnTo>
                    <a:pt x="867" y="95"/>
                  </a:lnTo>
                  <a:lnTo>
                    <a:pt x="859" y="97"/>
                  </a:lnTo>
                  <a:lnTo>
                    <a:pt x="852" y="94"/>
                  </a:lnTo>
                  <a:lnTo>
                    <a:pt x="842" y="93"/>
                  </a:lnTo>
                  <a:lnTo>
                    <a:pt x="837" y="86"/>
                  </a:lnTo>
                  <a:lnTo>
                    <a:pt x="838" y="85"/>
                  </a:lnTo>
                  <a:lnTo>
                    <a:pt x="851" y="88"/>
                  </a:lnTo>
                  <a:lnTo>
                    <a:pt x="863" y="87"/>
                  </a:lnTo>
                  <a:lnTo>
                    <a:pt x="872" y="88"/>
                  </a:lnTo>
                  <a:lnTo>
                    <a:pt x="890" y="91"/>
                  </a:lnTo>
                  <a:lnTo>
                    <a:pt x="903" y="87"/>
                  </a:lnTo>
                  <a:lnTo>
                    <a:pt x="910" y="73"/>
                  </a:lnTo>
                  <a:lnTo>
                    <a:pt x="929" y="68"/>
                  </a:lnTo>
                  <a:lnTo>
                    <a:pt x="936" y="63"/>
                  </a:lnTo>
                  <a:lnTo>
                    <a:pt x="936" y="60"/>
                  </a:lnTo>
                  <a:lnTo>
                    <a:pt x="930" y="58"/>
                  </a:lnTo>
                  <a:lnTo>
                    <a:pt x="929" y="54"/>
                  </a:lnTo>
                  <a:lnTo>
                    <a:pt x="923" y="53"/>
                  </a:lnTo>
                  <a:lnTo>
                    <a:pt x="914" y="54"/>
                  </a:lnTo>
                  <a:lnTo>
                    <a:pt x="903" y="46"/>
                  </a:lnTo>
                  <a:lnTo>
                    <a:pt x="897" y="46"/>
                  </a:lnTo>
                  <a:lnTo>
                    <a:pt x="890" y="53"/>
                  </a:lnTo>
                  <a:lnTo>
                    <a:pt x="885" y="53"/>
                  </a:lnTo>
                  <a:lnTo>
                    <a:pt x="884" y="51"/>
                  </a:lnTo>
                  <a:lnTo>
                    <a:pt x="891" y="46"/>
                  </a:lnTo>
                  <a:lnTo>
                    <a:pt x="892" y="41"/>
                  </a:lnTo>
                  <a:lnTo>
                    <a:pt x="883" y="37"/>
                  </a:lnTo>
                  <a:lnTo>
                    <a:pt x="881" y="35"/>
                  </a:lnTo>
                  <a:lnTo>
                    <a:pt x="875" y="35"/>
                  </a:lnTo>
                  <a:lnTo>
                    <a:pt x="869" y="45"/>
                  </a:lnTo>
                  <a:lnTo>
                    <a:pt x="866" y="45"/>
                  </a:lnTo>
                  <a:lnTo>
                    <a:pt x="867" y="39"/>
                  </a:lnTo>
                  <a:lnTo>
                    <a:pt x="862" y="39"/>
                  </a:lnTo>
                  <a:lnTo>
                    <a:pt x="859" y="44"/>
                  </a:lnTo>
                  <a:lnTo>
                    <a:pt x="855" y="44"/>
                  </a:lnTo>
                  <a:lnTo>
                    <a:pt x="854" y="39"/>
                  </a:lnTo>
                  <a:lnTo>
                    <a:pt x="860" y="35"/>
                  </a:lnTo>
                  <a:lnTo>
                    <a:pt x="860" y="30"/>
                  </a:lnTo>
                  <a:lnTo>
                    <a:pt x="850" y="25"/>
                  </a:lnTo>
                  <a:lnTo>
                    <a:pt x="842" y="25"/>
                  </a:lnTo>
                  <a:lnTo>
                    <a:pt x="837" y="29"/>
                  </a:lnTo>
                  <a:lnTo>
                    <a:pt x="836" y="40"/>
                  </a:lnTo>
                  <a:lnTo>
                    <a:pt x="829" y="42"/>
                  </a:lnTo>
                  <a:lnTo>
                    <a:pt x="828" y="46"/>
                  </a:lnTo>
                  <a:lnTo>
                    <a:pt x="833" y="58"/>
                  </a:lnTo>
                  <a:lnTo>
                    <a:pt x="833" y="63"/>
                  </a:lnTo>
                  <a:lnTo>
                    <a:pt x="828" y="66"/>
                  </a:lnTo>
                  <a:lnTo>
                    <a:pt x="825" y="59"/>
                  </a:lnTo>
                  <a:lnTo>
                    <a:pt x="819" y="59"/>
                  </a:lnTo>
                  <a:lnTo>
                    <a:pt x="817" y="62"/>
                  </a:lnTo>
                  <a:lnTo>
                    <a:pt x="810" y="60"/>
                  </a:lnTo>
                  <a:lnTo>
                    <a:pt x="799" y="65"/>
                  </a:lnTo>
                  <a:lnTo>
                    <a:pt x="808" y="54"/>
                  </a:lnTo>
                  <a:lnTo>
                    <a:pt x="814" y="53"/>
                  </a:lnTo>
                  <a:lnTo>
                    <a:pt x="819" y="45"/>
                  </a:lnTo>
                  <a:lnTo>
                    <a:pt x="817" y="41"/>
                  </a:lnTo>
                  <a:lnTo>
                    <a:pt x="814" y="41"/>
                  </a:lnTo>
                  <a:lnTo>
                    <a:pt x="805" y="47"/>
                  </a:lnTo>
                  <a:lnTo>
                    <a:pt x="799" y="46"/>
                  </a:lnTo>
                  <a:lnTo>
                    <a:pt x="802" y="42"/>
                  </a:lnTo>
                  <a:lnTo>
                    <a:pt x="807" y="39"/>
                  </a:lnTo>
                  <a:lnTo>
                    <a:pt x="808" y="35"/>
                  </a:lnTo>
                  <a:lnTo>
                    <a:pt x="799" y="33"/>
                  </a:lnTo>
                  <a:lnTo>
                    <a:pt x="798" y="30"/>
                  </a:lnTo>
                  <a:lnTo>
                    <a:pt x="804" y="28"/>
                  </a:lnTo>
                  <a:lnTo>
                    <a:pt x="808" y="30"/>
                  </a:lnTo>
                  <a:lnTo>
                    <a:pt x="817" y="30"/>
                  </a:lnTo>
                  <a:lnTo>
                    <a:pt x="822" y="17"/>
                  </a:lnTo>
                  <a:lnTo>
                    <a:pt x="821" y="12"/>
                  </a:lnTo>
                  <a:lnTo>
                    <a:pt x="813" y="15"/>
                  </a:lnTo>
                  <a:lnTo>
                    <a:pt x="808" y="12"/>
                  </a:lnTo>
                  <a:lnTo>
                    <a:pt x="810" y="6"/>
                  </a:lnTo>
                  <a:lnTo>
                    <a:pt x="808" y="0"/>
                  </a:lnTo>
                  <a:lnTo>
                    <a:pt x="802" y="5"/>
                  </a:lnTo>
                  <a:lnTo>
                    <a:pt x="797" y="5"/>
                  </a:lnTo>
                  <a:lnTo>
                    <a:pt x="791" y="0"/>
                  </a:lnTo>
                  <a:lnTo>
                    <a:pt x="785" y="6"/>
                  </a:lnTo>
                  <a:lnTo>
                    <a:pt x="785" y="10"/>
                  </a:lnTo>
                  <a:lnTo>
                    <a:pt x="791" y="16"/>
                  </a:lnTo>
                  <a:lnTo>
                    <a:pt x="787" y="21"/>
                  </a:lnTo>
                  <a:lnTo>
                    <a:pt x="782" y="21"/>
                  </a:lnTo>
                  <a:lnTo>
                    <a:pt x="776" y="12"/>
                  </a:lnTo>
                  <a:lnTo>
                    <a:pt x="771" y="16"/>
                  </a:lnTo>
                  <a:lnTo>
                    <a:pt x="769" y="23"/>
                  </a:lnTo>
                  <a:lnTo>
                    <a:pt x="771" y="27"/>
                  </a:lnTo>
                  <a:lnTo>
                    <a:pt x="779" y="27"/>
                  </a:lnTo>
                  <a:lnTo>
                    <a:pt x="781" y="29"/>
                  </a:lnTo>
                  <a:lnTo>
                    <a:pt x="781" y="33"/>
                  </a:lnTo>
                  <a:lnTo>
                    <a:pt x="775" y="35"/>
                  </a:lnTo>
                  <a:lnTo>
                    <a:pt x="775" y="41"/>
                  </a:lnTo>
                  <a:lnTo>
                    <a:pt x="770" y="44"/>
                  </a:lnTo>
                  <a:lnTo>
                    <a:pt x="770" y="48"/>
                  </a:lnTo>
                  <a:lnTo>
                    <a:pt x="771" y="51"/>
                  </a:lnTo>
                  <a:lnTo>
                    <a:pt x="767" y="54"/>
                  </a:lnTo>
                  <a:lnTo>
                    <a:pt x="769" y="63"/>
                  </a:lnTo>
                  <a:lnTo>
                    <a:pt x="767" y="65"/>
                  </a:lnTo>
                  <a:lnTo>
                    <a:pt x="761" y="62"/>
                  </a:lnTo>
                  <a:lnTo>
                    <a:pt x="756" y="65"/>
                  </a:lnTo>
                  <a:lnTo>
                    <a:pt x="755" y="68"/>
                  </a:lnTo>
                  <a:lnTo>
                    <a:pt x="749" y="71"/>
                  </a:lnTo>
                  <a:lnTo>
                    <a:pt x="747" y="64"/>
                  </a:lnTo>
                  <a:lnTo>
                    <a:pt x="756" y="50"/>
                  </a:lnTo>
                  <a:lnTo>
                    <a:pt x="749" y="47"/>
                  </a:lnTo>
                  <a:lnTo>
                    <a:pt x="749" y="44"/>
                  </a:lnTo>
                  <a:lnTo>
                    <a:pt x="755" y="39"/>
                  </a:lnTo>
                  <a:lnTo>
                    <a:pt x="755" y="27"/>
                  </a:lnTo>
                  <a:lnTo>
                    <a:pt x="751" y="22"/>
                  </a:lnTo>
                  <a:lnTo>
                    <a:pt x="747" y="22"/>
                  </a:lnTo>
                  <a:lnTo>
                    <a:pt x="735" y="40"/>
                  </a:lnTo>
                  <a:lnTo>
                    <a:pt x="735" y="48"/>
                  </a:lnTo>
                  <a:lnTo>
                    <a:pt x="723" y="63"/>
                  </a:lnTo>
                  <a:lnTo>
                    <a:pt x="721" y="74"/>
                  </a:lnTo>
                  <a:lnTo>
                    <a:pt x="723" y="77"/>
                  </a:lnTo>
                  <a:lnTo>
                    <a:pt x="722" y="86"/>
                  </a:lnTo>
                  <a:lnTo>
                    <a:pt x="710" y="98"/>
                  </a:lnTo>
                  <a:lnTo>
                    <a:pt x="704" y="100"/>
                  </a:lnTo>
                  <a:lnTo>
                    <a:pt x="704" y="93"/>
                  </a:lnTo>
                  <a:lnTo>
                    <a:pt x="701" y="88"/>
                  </a:lnTo>
                  <a:lnTo>
                    <a:pt x="709" y="77"/>
                  </a:lnTo>
                  <a:lnTo>
                    <a:pt x="707" y="70"/>
                  </a:lnTo>
                  <a:lnTo>
                    <a:pt x="711" y="64"/>
                  </a:lnTo>
                  <a:lnTo>
                    <a:pt x="707" y="57"/>
                  </a:lnTo>
                  <a:lnTo>
                    <a:pt x="721" y="44"/>
                  </a:lnTo>
                  <a:lnTo>
                    <a:pt x="723" y="36"/>
                  </a:lnTo>
                  <a:lnTo>
                    <a:pt x="724" y="34"/>
                  </a:lnTo>
                  <a:lnTo>
                    <a:pt x="724" y="30"/>
                  </a:lnTo>
                  <a:lnTo>
                    <a:pt x="717" y="29"/>
                  </a:lnTo>
                  <a:lnTo>
                    <a:pt x="710" y="23"/>
                  </a:lnTo>
                  <a:lnTo>
                    <a:pt x="706" y="24"/>
                  </a:lnTo>
                  <a:lnTo>
                    <a:pt x="707" y="31"/>
                  </a:lnTo>
                  <a:lnTo>
                    <a:pt x="701" y="36"/>
                  </a:lnTo>
                  <a:lnTo>
                    <a:pt x="701" y="29"/>
                  </a:lnTo>
                  <a:lnTo>
                    <a:pt x="695" y="24"/>
                  </a:lnTo>
                  <a:lnTo>
                    <a:pt x="688" y="22"/>
                  </a:lnTo>
                  <a:lnTo>
                    <a:pt x="682" y="25"/>
                  </a:lnTo>
                  <a:lnTo>
                    <a:pt x="683" y="35"/>
                  </a:lnTo>
                  <a:lnTo>
                    <a:pt x="681" y="40"/>
                  </a:lnTo>
                  <a:lnTo>
                    <a:pt x="677" y="35"/>
                  </a:lnTo>
                  <a:lnTo>
                    <a:pt x="672" y="33"/>
                  </a:lnTo>
                  <a:lnTo>
                    <a:pt x="669" y="36"/>
                  </a:lnTo>
                  <a:lnTo>
                    <a:pt x="670" y="40"/>
                  </a:lnTo>
                  <a:lnTo>
                    <a:pt x="680" y="46"/>
                  </a:lnTo>
                  <a:lnTo>
                    <a:pt x="682" y="53"/>
                  </a:lnTo>
                  <a:lnTo>
                    <a:pt x="680" y="56"/>
                  </a:lnTo>
                  <a:lnTo>
                    <a:pt x="675" y="51"/>
                  </a:lnTo>
                  <a:lnTo>
                    <a:pt x="670" y="56"/>
                  </a:lnTo>
                  <a:lnTo>
                    <a:pt x="669" y="60"/>
                  </a:lnTo>
                  <a:lnTo>
                    <a:pt x="672" y="63"/>
                  </a:lnTo>
                  <a:lnTo>
                    <a:pt x="669" y="66"/>
                  </a:lnTo>
                  <a:lnTo>
                    <a:pt x="660" y="62"/>
                  </a:lnTo>
                  <a:lnTo>
                    <a:pt x="657" y="62"/>
                  </a:lnTo>
                  <a:lnTo>
                    <a:pt x="652" y="70"/>
                  </a:lnTo>
                  <a:lnTo>
                    <a:pt x="646" y="73"/>
                  </a:lnTo>
                  <a:lnTo>
                    <a:pt x="646" y="75"/>
                  </a:lnTo>
                  <a:lnTo>
                    <a:pt x="649" y="77"/>
                  </a:lnTo>
                  <a:lnTo>
                    <a:pt x="641" y="83"/>
                  </a:lnTo>
                  <a:lnTo>
                    <a:pt x="639" y="89"/>
                  </a:lnTo>
                  <a:lnTo>
                    <a:pt x="646" y="95"/>
                  </a:lnTo>
                  <a:lnTo>
                    <a:pt x="641" y="100"/>
                  </a:lnTo>
                  <a:lnTo>
                    <a:pt x="648" y="103"/>
                  </a:lnTo>
                  <a:lnTo>
                    <a:pt x="651" y="106"/>
                  </a:lnTo>
                  <a:lnTo>
                    <a:pt x="647" y="110"/>
                  </a:lnTo>
                  <a:lnTo>
                    <a:pt x="636" y="109"/>
                  </a:lnTo>
                  <a:lnTo>
                    <a:pt x="632" y="98"/>
                  </a:lnTo>
                  <a:lnTo>
                    <a:pt x="628" y="97"/>
                  </a:lnTo>
                  <a:lnTo>
                    <a:pt x="632" y="92"/>
                  </a:lnTo>
                  <a:lnTo>
                    <a:pt x="625" y="88"/>
                  </a:lnTo>
                  <a:lnTo>
                    <a:pt x="618" y="89"/>
                  </a:lnTo>
                  <a:lnTo>
                    <a:pt x="607" y="88"/>
                  </a:lnTo>
                  <a:lnTo>
                    <a:pt x="594" y="79"/>
                  </a:lnTo>
                  <a:lnTo>
                    <a:pt x="589" y="79"/>
                  </a:lnTo>
                  <a:lnTo>
                    <a:pt x="584" y="83"/>
                  </a:lnTo>
                  <a:lnTo>
                    <a:pt x="582" y="77"/>
                  </a:lnTo>
                  <a:lnTo>
                    <a:pt x="574" y="83"/>
                  </a:lnTo>
                  <a:lnTo>
                    <a:pt x="566" y="86"/>
                  </a:lnTo>
                  <a:lnTo>
                    <a:pt x="566" y="88"/>
                  </a:lnTo>
                  <a:lnTo>
                    <a:pt x="576" y="99"/>
                  </a:lnTo>
                  <a:lnTo>
                    <a:pt x="583" y="99"/>
                  </a:lnTo>
                  <a:lnTo>
                    <a:pt x="587" y="104"/>
                  </a:lnTo>
                  <a:lnTo>
                    <a:pt x="597" y="104"/>
                  </a:lnTo>
                  <a:lnTo>
                    <a:pt x="593" y="112"/>
                  </a:lnTo>
                  <a:lnTo>
                    <a:pt x="593" y="118"/>
                  </a:lnTo>
                  <a:lnTo>
                    <a:pt x="600" y="128"/>
                  </a:lnTo>
                  <a:lnTo>
                    <a:pt x="599" y="133"/>
                  </a:lnTo>
                  <a:lnTo>
                    <a:pt x="593" y="129"/>
                  </a:lnTo>
                  <a:lnTo>
                    <a:pt x="587" y="120"/>
                  </a:lnTo>
                  <a:lnTo>
                    <a:pt x="579" y="117"/>
                  </a:lnTo>
                  <a:lnTo>
                    <a:pt x="574" y="112"/>
                  </a:lnTo>
                  <a:lnTo>
                    <a:pt x="572" y="118"/>
                  </a:lnTo>
                  <a:lnTo>
                    <a:pt x="565" y="125"/>
                  </a:lnTo>
                  <a:lnTo>
                    <a:pt x="564" y="114"/>
                  </a:lnTo>
                  <a:lnTo>
                    <a:pt x="556" y="120"/>
                  </a:lnTo>
                  <a:lnTo>
                    <a:pt x="556" y="123"/>
                  </a:lnTo>
                  <a:lnTo>
                    <a:pt x="549" y="129"/>
                  </a:lnTo>
                  <a:lnTo>
                    <a:pt x="549" y="137"/>
                  </a:lnTo>
                  <a:lnTo>
                    <a:pt x="559" y="140"/>
                  </a:lnTo>
                  <a:lnTo>
                    <a:pt x="562" y="147"/>
                  </a:lnTo>
                  <a:lnTo>
                    <a:pt x="555" y="147"/>
                  </a:lnTo>
                  <a:lnTo>
                    <a:pt x="551" y="144"/>
                  </a:lnTo>
                  <a:lnTo>
                    <a:pt x="545" y="151"/>
                  </a:lnTo>
                  <a:lnTo>
                    <a:pt x="543" y="158"/>
                  </a:lnTo>
                  <a:lnTo>
                    <a:pt x="533" y="166"/>
                  </a:lnTo>
                  <a:lnTo>
                    <a:pt x="533" y="161"/>
                  </a:lnTo>
                  <a:lnTo>
                    <a:pt x="539" y="156"/>
                  </a:lnTo>
                  <a:lnTo>
                    <a:pt x="537" y="151"/>
                  </a:lnTo>
                  <a:lnTo>
                    <a:pt x="544" y="139"/>
                  </a:lnTo>
                  <a:lnTo>
                    <a:pt x="538" y="116"/>
                  </a:lnTo>
                  <a:lnTo>
                    <a:pt x="532" y="120"/>
                  </a:lnTo>
                  <a:lnTo>
                    <a:pt x="521" y="134"/>
                  </a:lnTo>
                  <a:lnTo>
                    <a:pt x="521" y="145"/>
                  </a:lnTo>
                  <a:lnTo>
                    <a:pt x="522" y="149"/>
                  </a:lnTo>
                  <a:lnTo>
                    <a:pt x="516" y="157"/>
                  </a:lnTo>
                  <a:lnTo>
                    <a:pt x="515" y="149"/>
                  </a:lnTo>
                  <a:lnTo>
                    <a:pt x="520" y="140"/>
                  </a:lnTo>
                  <a:lnTo>
                    <a:pt x="516" y="129"/>
                  </a:lnTo>
                  <a:lnTo>
                    <a:pt x="512" y="128"/>
                  </a:lnTo>
                  <a:lnTo>
                    <a:pt x="503" y="133"/>
                  </a:lnTo>
                  <a:lnTo>
                    <a:pt x="497" y="144"/>
                  </a:lnTo>
                  <a:lnTo>
                    <a:pt x="501" y="151"/>
                  </a:lnTo>
                  <a:lnTo>
                    <a:pt x="500" y="158"/>
                  </a:lnTo>
                  <a:lnTo>
                    <a:pt x="513" y="167"/>
                  </a:lnTo>
                  <a:lnTo>
                    <a:pt x="516" y="173"/>
                  </a:lnTo>
                  <a:lnTo>
                    <a:pt x="510" y="181"/>
                  </a:lnTo>
                  <a:lnTo>
                    <a:pt x="507" y="170"/>
                  </a:lnTo>
                  <a:lnTo>
                    <a:pt x="498" y="167"/>
                  </a:lnTo>
                  <a:lnTo>
                    <a:pt x="492" y="152"/>
                  </a:lnTo>
                  <a:lnTo>
                    <a:pt x="489" y="150"/>
                  </a:lnTo>
                  <a:lnTo>
                    <a:pt x="478" y="154"/>
                  </a:lnTo>
                  <a:lnTo>
                    <a:pt x="475" y="160"/>
                  </a:lnTo>
                  <a:lnTo>
                    <a:pt x="487" y="167"/>
                  </a:lnTo>
                  <a:lnTo>
                    <a:pt x="493" y="168"/>
                  </a:lnTo>
                  <a:lnTo>
                    <a:pt x="496" y="172"/>
                  </a:lnTo>
                  <a:lnTo>
                    <a:pt x="489" y="170"/>
                  </a:lnTo>
                  <a:lnTo>
                    <a:pt x="480" y="173"/>
                  </a:lnTo>
                  <a:lnTo>
                    <a:pt x="485" y="180"/>
                  </a:lnTo>
                  <a:lnTo>
                    <a:pt x="477" y="174"/>
                  </a:lnTo>
                  <a:lnTo>
                    <a:pt x="475" y="166"/>
                  </a:lnTo>
                  <a:lnTo>
                    <a:pt x="472" y="163"/>
                  </a:lnTo>
                  <a:lnTo>
                    <a:pt x="471" y="157"/>
                  </a:lnTo>
                  <a:lnTo>
                    <a:pt x="466" y="161"/>
                  </a:lnTo>
                  <a:lnTo>
                    <a:pt x="463" y="170"/>
                  </a:lnTo>
                  <a:lnTo>
                    <a:pt x="467" y="175"/>
                  </a:lnTo>
                  <a:lnTo>
                    <a:pt x="466" y="185"/>
                  </a:lnTo>
                  <a:lnTo>
                    <a:pt x="458" y="181"/>
                  </a:lnTo>
                  <a:lnTo>
                    <a:pt x="452" y="183"/>
                  </a:lnTo>
                  <a:lnTo>
                    <a:pt x="443" y="192"/>
                  </a:lnTo>
                  <a:lnTo>
                    <a:pt x="445" y="193"/>
                  </a:lnTo>
                  <a:lnTo>
                    <a:pt x="451" y="192"/>
                  </a:lnTo>
                  <a:lnTo>
                    <a:pt x="457" y="199"/>
                  </a:lnTo>
                  <a:lnTo>
                    <a:pt x="450" y="199"/>
                  </a:lnTo>
                  <a:lnTo>
                    <a:pt x="444" y="203"/>
                  </a:lnTo>
                  <a:lnTo>
                    <a:pt x="449" y="205"/>
                  </a:lnTo>
                  <a:lnTo>
                    <a:pt x="445" y="210"/>
                  </a:lnTo>
                  <a:lnTo>
                    <a:pt x="439" y="210"/>
                  </a:lnTo>
                  <a:lnTo>
                    <a:pt x="439" y="214"/>
                  </a:lnTo>
                  <a:lnTo>
                    <a:pt x="441" y="216"/>
                  </a:lnTo>
                  <a:lnTo>
                    <a:pt x="435" y="218"/>
                  </a:lnTo>
                  <a:lnTo>
                    <a:pt x="432" y="213"/>
                  </a:lnTo>
                  <a:lnTo>
                    <a:pt x="426" y="215"/>
                  </a:lnTo>
                  <a:lnTo>
                    <a:pt x="420" y="221"/>
                  </a:lnTo>
                  <a:lnTo>
                    <a:pt x="422" y="225"/>
                  </a:lnTo>
                  <a:lnTo>
                    <a:pt x="420" y="228"/>
                  </a:lnTo>
                  <a:lnTo>
                    <a:pt x="410" y="228"/>
                  </a:lnTo>
                  <a:lnTo>
                    <a:pt x="405" y="236"/>
                  </a:lnTo>
                  <a:lnTo>
                    <a:pt x="414" y="238"/>
                  </a:lnTo>
                  <a:lnTo>
                    <a:pt x="433" y="233"/>
                  </a:lnTo>
                  <a:lnTo>
                    <a:pt x="438" y="236"/>
                  </a:lnTo>
                  <a:lnTo>
                    <a:pt x="446" y="232"/>
                  </a:lnTo>
                  <a:lnTo>
                    <a:pt x="451" y="232"/>
                  </a:lnTo>
                  <a:lnTo>
                    <a:pt x="451" y="237"/>
                  </a:lnTo>
                  <a:lnTo>
                    <a:pt x="445" y="243"/>
                  </a:lnTo>
                  <a:lnTo>
                    <a:pt x="444" y="254"/>
                  </a:lnTo>
                  <a:lnTo>
                    <a:pt x="441" y="256"/>
                  </a:lnTo>
                  <a:lnTo>
                    <a:pt x="438" y="253"/>
                  </a:lnTo>
                  <a:lnTo>
                    <a:pt x="437" y="248"/>
                  </a:lnTo>
                  <a:lnTo>
                    <a:pt x="429" y="249"/>
                  </a:lnTo>
                  <a:lnTo>
                    <a:pt x="426" y="245"/>
                  </a:lnTo>
                  <a:lnTo>
                    <a:pt x="417" y="245"/>
                  </a:lnTo>
                  <a:lnTo>
                    <a:pt x="420" y="248"/>
                  </a:lnTo>
                  <a:lnTo>
                    <a:pt x="417" y="253"/>
                  </a:lnTo>
                  <a:lnTo>
                    <a:pt x="410" y="249"/>
                  </a:lnTo>
                  <a:lnTo>
                    <a:pt x="405" y="250"/>
                  </a:lnTo>
                  <a:lnTo>
                    <a:pt x="412" y="254"/>
                  </a:lnTo>
                  <a:lnTo>
                    <a:pt x="415" y="261"/>
                  </a:lnTo>
                  <a:lnTo>
                    <a:pt x="411" y="261"/>
                  </a:lnTo>
                  <a:lnTo>
                    <a:pt x="408" y="266"/>
                  </a:lnTo>
                  <a:lnTo>
                    <a:pt x="410" y="272"/>
                  </a:lnTo>
                  <a:lnTo>
                    <a:pt x="408" y="276"/>
                  </a:lnTo>
                  <a:lnTo>
                    <a:pt x="404" y="270"/>
                  </a:lnTo>
                  <a:lnTo>
                    <a:pt x="404" y="262"/>
                  </a:lnTo>
                  <a:lnTo>
                    <a:pt x="398" y="255"/>
                  </a:lnTo>
                  <a:lnTo>
                    <a:pt x="392" y="261"/>
                  </a:lnTo>
                  <a:lnTo>
                    <a:pt x="385" y="264"/>
                  </a:lnTo>
                  <a:lnTo>
                    <a:pt x="382" y="259"/>
                  </a:lnTo>
                  <a:lnTo>
                    <a:pt x="385" y="255"/>
                  </a:lnTo>
                  <a:lnTo>
                    <a:pt x="380" y="254"/>
                  </a:lnTo>
                  <a:lnTo>
                    <a:pt x="373" y="261"/>
                  </a:lnTo>
                  <a:lnTo>
                    <a:pt x="379" y="267"/>
                  </a:lnTo>
                  <a:lnTo>
                    <a:pt x="388" y="267"/>
                  </a:lnTo>
                  <a:lnTo>
                    <a:pt x="396" y="272"/>
                  </a:lnTo>
                  <a:lnTo>
                    <a:pt x="392" y="278"/>
                  </a:lnTo>
                  <a:lnTo>
                    <a:pt x="375" y="280"/>
                  </a:lnTo>
                  <a:lnTo>
                    <a:pt x="371" y="277"/>
                  </a:lnTo>
                  <a:lnTo>
                    <a:pt x="365" y="277"/>
                  </a:lnTo>
                  <a:lnTo>
                    <a:pt x="362" y="285"/>
                  </a:lnTo>
                  <a:lnTo>
                    <a:pt x="367" y="290"/>
                  </a:lnTo>
                  <a:lnTo>
                    <a:pt x="362" y="296"/>
                  </a:lnTo>
                  <a:lnTo>
                    <a:pt x="368" y="295"/>
                  </a:lnTo>
                  <a:lnTo>
                    <a:pt x="376" y="286"/>
                  </a:lnTo>
                  <a:lnTo>
                    <a:pt x="383" y="286"/>
                  </a:lnTo>
                  <a:lnTo>
                    <a:pt x="388" y="293"/>
                  </a:lnTo>
                  <a:lnTo>
                    <a:pt x="375" y="294"/>
                  </a:lnTo>
                  <a:lnTo>
                    <a:pt x="374" y="302"/>
                  </a:lnTo>
                  <a:lnTo>
                    <a:pt x="379" y="307"/>
                  </a:lnTo>
                  <a:lnTo>
                    <a:pt x="388" y="313"/>
                  </a:lnTo>
                  <a:lnTo>
                    <a:pt x="388" y="319"/>
                  </a:lnTo>
                  <a:lnTo>
                    <a:pt x="381" y="314"/>
                  </a:lnTo>
                  <a:lnTo>
                    <a:pt x="375" y="315"/>
                  </a:lnTo>
                  <a:lnTo>
                    <a:pt x="369" y="307"/>
                  </a:lnTo>
                  <a:lnTo>
                    <a:pt x="364" y="307"/>
                  </a:lnTo>
                  <a:lnTo>
                    <a:pt x="359" y="313"/>
                  </a:lnTo>
                  <a:lnTo>
                    <a:pt x="365" y="317"/>
                  </a:lnTo>
                  <a:lnTo>
                    <a:pt x="357" y="318"/>
                  </a:lnTo>
                  <a:lnTo>
                    <a:pt x="348" y="323"/>
                  </a:lnTo>
                  <a:lnTo>
                    <a:pt x="348" y="329"/>
                  </a:lnTo>
                  <a:lnTo>
                    <a:pt x="357" y="331"/>
                  </a:lnTo>
                  <a:lnTo>
                    <a:pt x="365" y="328"/>
                  </a:lnTo>
                  <a:lnTo>
                    <a:pt x="369" y="331"/>
                  </a:lnTo>
                  <a:lnTo>
                    <a:pt x="377" y="330"/>
                  </a:lnTo>
                  <a:lnTo>
                    <a:pt x="380" y="336"/>
                  </a:lnTo>
                  <a:lnTo>
                    <a:pt x="385" y="338"/>
                  </a:lnTo>
                  <a:lnTo>
                    <a:pt x="385" y="343"/>
                  </a:lnTo>
                  <a:lnTo>
                    <a:pt x="374" y="337"/>
                  </a:lnTo>
                  <a:lnTo>
                    <a:pt x="364" y="337"/>
                  </a:lnTo>
                  <a:lnTo>
                    <a:pt x="359" y="340"/>
                  </a:lnTo>
                  <a:lnTo>
                    <a:pt x="347" y="341"/>
                  </a:lnTo>
                  <a:lnTo>
                    <a:pt x="347" y="347"/>
                  </a:lnTo>
                  <a:lnTo>
                    <a:pt x="340" y="351"/>
                  </a:lnTo>
                  <a:lnTo>
                    <a:pt x="336" y="348"/>
                  </a:lnTo>
                  <a:lnTo>
                    <a:pt x="325" y="354"/>
                  </a:lnTo>
                  <a:lnTo>
                    <a:pt x="319" y="354"/>
                  </a:lnTo>
                  <a:lnTo>
                    <a:pt x="318" y="358"/>
                  </a:lnTo>
                  <a:lnTo>
                    <a:pt x="324" y="360"/>
                  </a:lnTo>
                  <a:lnTo>
                    <a:pt x="330" y="366"/>
                  </a:lnTo>
                  <a:lnTo>
                    <a:pt x="324" y="369"/>
                  </a:lnTo>
                  <a:lnTo>
                    <a:pt x="321" y="367"/>
                  </a:lnTo>
                  <a:lnTo>
                    <a:pt x="318" y="369"/>
                  </a:lnTo>
                  <a:lnTo>
                    <a:pt x="323" y="374"/>
                  </a:lnTo>
                  <a:lnTo>
                    <a:pt x="322" y="377"/>
                  </a:lnTo>
                  <a:lnTo>
                    <a:pt x="313" y="376"/>
                  </a:lnTo>
                  <a:lnTo>
                    <a:pt x="312" y="374"/>
                  </a:lnTo>
                  <a:lnTo>
                    <a:pt x="309" y="376"/>
                  </a:lnTo>
                  <a:lnTo>
                    <a:pt x="315" y="381"/>
                  </a:lnTo>
                  <a:lnTo>
                    <a:pt x="311" y="383"/>
                  </a:lnTo>
                  <a:lnTo>
                    <a:pt x="312" y="388"/>
                  </a:lnTo>
                  <a:lnTo>
                    <a:pt x="317" y="388"/>
                  </a:lnTo>
                  <a:lnTo>
                    <a:pt x="312" y="390"/>
                  </a:lnTo>
                  <a:lnTo>
                    <a:pt x="306" y="392"/>
                  </a:lnTo>
                  <a:lnTo>
                    <a:pt x="304" y="389"/>
                  </a:lnTo>
                  <a:lnTo>
                    <a:pt x="304" y="393"/>
                  </a:lnTo>
                  <a:lnTo>
                    <a:pt x="301" y="398"/>
                  </a:lnTo>
                  <a:lnTo>
                    <a:pt x="306" y="400"/>
                  </a:lnTo>
                  <a:lnTo>
                    <a:pt x="318" y="404"/>
                  </a:lnTo>
                  <a:lnTo>
                    <a:pt x="319" y="409"/>
                  </a:lnTo>
                  <a:lnTo>
                    <a:pt x="324" y="410"/>
                  </a:lnTo>
                  <a:lnTo>
                    <a:pt x="332" y="407"/>
                  </a:lnTo>
                  <a:lnTo>
                    <a:pt x="325" y="412"/>
                  </a:lnTo>
                  <a:lnTo>
                    <a:pt x="325" y="416"/>
                  </a:lnTo>
                  <a:lnTo>
                    <a:pt x="318" y="416"/>
                  </a:lnTo>
                  <a:lnTo>
                    <a:pt x="315" y="412"/>
                  </a:lnTo>
                  <a:lnTo>
                    <a:pt x="302" y="412"/>
                  </a:lnTo>
                  <a:lnTo>
                    <a:pt x="294" y="419"/>
                  </a:lnTo>
                  <a:lnTo>
                    <a:pt x="296" y="422"/>
                  </a:lnTo>
                  <a:lnTo>
                    <a:pt x="305" y="423"/>
                  </a:lnTo>
                  <a:lnTo>
                    <a:pt x="306" y="428"/>
                  </a:lnTo>
                  <a:lnTo>
                    <a:pt x="311" y="432"/>
                  </a:lnTo>
                  <a:lnTo>
                    <a:pt x="310" y="438"/>
                  </a:lnTo>
                  <a:lnTo>
                    <a:pt x="305" y="433"/>
                  </a:lnTo>
                  <a:lnTo>
                    <a:pt x="301" y="433"/>
                  </a:lnTo>
                  <a:lnTo>
                    <a:pt x="296" y="438"/>
                  </a:lnTo>
                  <a:lnTo>
                    <a:pt x="296" y="442"/>
                  </a:lnTo>
                  <a:lnTo>
                    <a:pt x="294" y="445"/>
                  </a:lnTo>
                  <a:lnTo>
                    <a:pt x="299" y="448"/>
                  </a:lnTo>
                  <a:lnTo>
                    <a:pt x="300" y="454"/>
                  </a:lnTo>
                  <a:lnTo>
                    <a:pt x="296" y="454"/>
                  </a:lnTo>
                  <a:lnTo>
                    <a:pt x="292" y="450"/>
                  </a:lnTo>
                  <a:lnTo>
                    <a:pt x="288" y="452"/>
                  </a:lnTo>
                  <a:lnTo>
                    <a:pt x="288" y="459"/>
                  </a:lnTo>
                  <a:lnTo>
                    <a:pt x="296" y="461"/>
                  </a:lnTo>
                  <a:lnTo>
                    <a:pt x="298" y="464"/>
                  </a:lnTo>
                  <a:lnTo>
                    <a:pt x="296" y="469"/>
                  </a:lnTo>
                  <a:lnTo>
                    <a:pt x="287" y="463"/>
                  </a:lnTo>
                  <a:lnTo>
                    <a:pt x="282" y="464"/>
                  </a:lnTo>
                  <a:lnTo>
                    <a:pt x="282" y="471"/>
                  </a:lnTo>
                  <a:lnTo>
                    <a:pt x="284" y="471"/>
                  </a:lnTo>
                  <a:lnTo>
                    <a:pt x="284" y="479"/>
                  </a:lnTo>
                  <a:lnTo>
                    <a:pt x="288" y="486"/>
                  </a:lnTo>
                  <a:lnTo>
                    <a:pt x="293" y="486"/>
                  </a:lnTo>
                  <a:lnTo>
                    <a:pt x="296" y="480"/>
                  </a:lnTo>
                  <a:lnTo>
                    <a:pt x="301" y="480"/>
                  </a:lnTo>
                  <a:lnTo>
                    <a:pt x="298" y="488"/>
                  </a:lnTo>
                  <a:lnTo>
                    <a:pt x="292" y="490"/>
                  </a:lnTo>
                  <a:lnTo>
                    <a:pt x="284" y="497"/>
                  </a:lnTo>
                  <a:lnTo>
                    <a:pt x="277" y="497"/>
                  </a:lnTo>
                  <a:lnTo>
                    <a:pt x="272" y="499"/>
                  </a:lnTo>
                  <a:lnTo>
                    <a:pt x="271" y="503"/>
                  </a:lnTo>
                  <a:lnTo>
                    <a:pt x="264" y="506"/>
                  </a:lnTo>
                  <a:lnTo>
                    <a:pt x="259" y="511"/>
                  </a:lnTo>
                  <a:lnTo>
                    <a:pt x="265" y="514"/>
                  </a:lnTo>
                  <a:lnTo>
                    <a:pt x="263" y="517"/>
                  </a:lnTo>
                  <a:lnTo>
                    <a:pt x="251" y="519"/>
                  </a:lnTo>
                  <a:lnTo>
                    <a:pt x="246" y="525"/>
                  </a:lnTo>
                  <a:lnTo>
                    <a:pt x="247" y="528"/>
                  </a:lnTo>
                  <a:lnTo>
                    <a:pt x="255" y="531"/>
                  </a:lnTo>
                  <a:lnTo>
                    <a:pt x="248" y="533"/>
                  </a:lnTo>
                  <a:lnTo>
                    <a:pt x="246" y="540"/>
                  </a:lnTo>
                  <a:lnTo>
                    <a:pt x="238" y="540"/>
                  </a:lnTo>
                  <a:lnTo>
                    <a:pt x="237" y="534"/>
                  </a:lnTo>
                  <a:lnTo>
                    <a:pt x="232" y="532"/>
                  </a:lnTo>
                  <a:lnTo>
                    <a:pt x="230" y="535"/>
                  </a:lnTo>
                  <a:lnTo>
                    <a:pt x="224" y="535"/>
                  </a:lnTo>
                  <a:lnTo>
                    <a:pt x="226" y="540"/>
                  </a:lnTo>
                  <a:lnTo>
                    <a:pt x="222" y="544"/>
                  </a:lnTo>
                  <a:lnTo>
                    <a:pt x="220" y="549"/>
                  </a:lnTo>
                  <a:lnTo>
                    <a:pt x="223" y="552"/>
                  </a:lnTo>
                  <a:lnTo>
                    <a:pt x="213" y="552"/>
                  </a:lnTo>
                  <a:lnTo>
                    <a:pt x="208" y="555"/>
                  </a:lnTo>
                  <a:lnTo>
                    <a:pt x="208" y="563"/>
                  </a:lnTo>
                  <a:lnTo>
                    <a:pt x="201" y="568"/>
                  </a:lnTo>
                  <a:lnTo>
                    <a:pt x="202" y="571"/>
                  </a:lnTo>
                  <a:lnTo>
                    <a:pt x="200" y="579"/>
                  </a:lnTo>
                  <a:lnTo>
                    <a:pt x="195" y="584"/>
                  </a:lnTo>
                  <a:lnTo>
                    <a:pt x="186" y="591"/>
                  </a:lnTo>
                  <a:lnTo>
                    <a:pt x="189" y="594"/>
                  </a:lnTo>
                  <a:lnTo>
                    <a:pt x="197" y="589"/>
                  </a:lnTo>
                  <a:lnTo>
                    <a:pt x="202" y="589"/>
                  </a:lnTo>
                  <a:lnTo>
                    <a:pt x="202" y="594"/>
                  </a:lnTo>
                  <a:lnTo>
                    <a:pt x="196" y="596"/>
                  </a:lnTo>
                  <a:lnTo>
                    <a:pt x="195" y="604"/>
                  </a:lnTo>
                  <a:lnTo>
                    <a:pt x="201" y="610"/>
                  </a:lnTo>
                  <a:lnTo>
                    <a:pt x="211" y="606"/>
                  </a:lnTo>
                  <a:lnTo>
                    <a:pt x="220" y="604"/>
                  </a:lnTo>
                  <a:lnTo>
                    <a:pt x="235" y="591"/>
                  </a:lnTo>
                  <a:lnTo>
                    <a:pt x="235" y="586"/>
                  </a:lnTo>
                  <a:lnTo>
                    <a:pt x="228" y="587"/>
                  </a:lnTo>
                  <a:lnTo>
                    <a:pt x="234" y="580"/>
                  </a:lnTo>
                  <a:lnTo>
                    <a:pt x="236" y="572"/>
                  </a:lnTo>
                  <a:lnTo>
                    <a:pt x="238" y="571"/>
                  </a:lnTo>
                  <a:lnTo>
                    <a:pt x="243" y="567"/>
                  </a:lnTo>
                  <a:lnTo>
                    <a:pt x="251" y="569"/>
                  </a:lnTo>
                  <a:lnTo>
                    <a:pt x="255" y="568"/>
                  </a:lnTo>
                  <a:lnTo>
                    <a:pt x="243" y="575"/>
                  </a:lnTo>
                  <a:lnTo>
                    <a:pt x="242" y="581"/>
                  </a:lnTo>
                  <a:lnTo>
                    <a:pt x="255" y="585"/>
                  </a:lnTo>
                  <a:lnTo>
                    <a:pt x="251" y="590"/>
                  </a:lnTo>
                  <a:lnTo>
                    <a:pt x="244" y="590"/>
                  </a:lnTo>
                  <a:lnTo>
                    <a:pt x="231" y="603"/>
                  </a:lnTo>
                  <a:lnTo>
                    <a:pt x="240" y="607"/>
                  </a:lnTo>
                  <a:lnTo>
                    <a:pt x="235" y="612"/>
                  </a:lnTo>
                  <a:lnTo>
                    <a:pt x="235" y="619"/>
                  </a:lnTo>
                  <a:lnTo>
                    <a:pt x="228" y="619"/>
                  </a:lnTo>
                  <a:lnTo>
                    <a:pt x="220" y="613"/>
                  </a:lnTo>
                  <a:lnTo>
                    <a:pt x="211" y="613"/>
                  </a:lnTo>
                  <a:lnTo>
                    <a:pt x="206" y="618"/>
                  </a:lnTo>
                  <a:lnTo>
                    <a:pt x="205" y="624"/>
                  </a:lnTo>
                  <a:lnTo>
                    <a:pt x="197" y="627"/>
                  </a:lnTo>
                  <a:lnTo>
                    <a:pt x="191" y="631"/>
                  </a:lnTo>
                  <a:lnTo>
                    <a:pt x="196" y="626"/>
                  </a:lnTo>
                  <a:lnTo>
                    <a:pt x="200" y="624"/>
                  </a:lnTo>
                  <a:lnTo>
                    <a:pt x="195" y="616"/>
                  </a:lnTo>
                  <a:lnTo>
                    <a:pt x="195" y="609"/>
                  </a:lnTo>
                  <a:lnTo>
                    <a:pt x="188" y="601"/>
                  </a:lnTo>
                  <a:lnTo>
                    <a:pt x="182" y="601"/>
                  </a:lnTo>
                  <a:lnTo>
                    <a:pt x="178" y="607"/>
                  </a:lnTo>
                  <a:lnTo>
                    <a:pt x="170" y="608"/>
                  </a:lnTo>
                  <a:lnTo>
                    <a:pt x="170" y="612"/>
                  </a:lnTo>
                  <a:lnTo>
                    <a:pt x="180" y="612"/>
                  </a:lnTo>
                  <a:lnTo>
                    <a:pt x="170" y="621"/>
                  </a:lnTo>
                  <a:lnTo>
                    <a:pt x="162" y="618"/>
                  </a:lnTo>
                  <a:lnTo>
                    <a:pt x="155" y="619"/>
                  </a:lnTo>
                  <a:lnTo>
                    <a:pt x="147" y="626"/>
                  </a:lnTo>
                  <a:lnTo>
                    <a:pt x="151" y="627"/>
                  </a:lnTo>
                  <a:lnTo>
                    <a:pt x="156" y="625"/>
                  </a:lnTo>
                  <a:lnTo>
                    <a:pt x="159" y="627"/>
                  </a:lnTo>
                  <a:lnTo>
                    <a:pt x="149" y="632"/>
                  </a:lnTo>
                  <a:lnTo>
                    <a:pt x="144" y="637"/>
                  </a:lnTo>
                  <a:lnTo>
                    <a:pt x="141" y="633"/>
                  </a:lnTo>
                  <a:lnTo>
                    <a:pt x="134" y="633"/>
                  </a:lnTo>
                  <a:lnTo>
                    <a:pt x="133" y="637"/>
                  </a:lnTo>
                  <a:lnTo>
                    <a:pt x="143" y="643"/>
                  </a:lnTo>
                  <a:lnTo>
                    <a:pt x="155" y="643"/>
                  </a:lnTo>
                  <a:lnTo>
                    <a:pt x="153" y="648"/>
                  </a:lnTo>
                  <a:lnTo>
                    <a:pt x="157" y="650"/>
                  </a:lnTo>
                  <a:lnTo>
                    <a:pt x="157" y="655"/>
                  </a:lnTo>
                  <a:lnTo>
                    <a:pt x="147" y="653"/>
                  </a:lnTo>
                  <a:lnTo>
                    <a:pt x="145" y="647"/>
                  </a:lnTo>
                  <a:lnTo>
                    <a:pt x="137" y="647"/>
                  </a:lnTo>
                  <a:lnTo>
                    <a:pt x="130" y="641"/>
                  </a:lnTo>
                  <a:lnTo>
                    <a:pt x="127" y="636"/>
                  </a:lnTo>
                  <a:lnTo>
                    <a:pt x="125" y="636"/>
                  </a:lnTo>
                  <a:lnTo>
                    <a:pt x="124" y="642"/>
                  </a:lnTo>
                  <a:lnTo>
                    <a:pt x="131" y="652"/>
                  </a:lnTo>
                  <a:lnTo>
                    <a:pt x="139" y="658"/>
                  </a:lnTo>
                  <a:lnTo>
                    <a:pt x="147" y="659"/>
                  </a:lnTo>
                  <a:lnTo>
                    <a:pt x="150" y="662"/>
                  </a:lnTo>
                  <a:lnTo>
                    <a:pt x="143" y="662"/>
                  </a:lnTo>
                  <a:lnTo>
                    <a:pt x="131" y="658"/>
                  </a:lnTo>
                  <a:lnTo>
                    <a:pt x="119" y="645"/>
                  </a:lnTo>
                  <a:lnTo>
                    <a:pt x="113" y="649"/>
                  </a:lnTo>
                  <a:lnTo>
                    <a:pt x="105" y="644"/>
                  </a:lnTo>
                  <a:lnTo>
                    <a:pt x="97" y="644"/>
                  </a:lnTo>
                  <a:lnTo>
                    <a:pt x="92" y="641"/>
                  </a:lnTo>
                  <a:lnTo>
                    <a:pt x="89" y="644"/>
                  </a:lnTo>
                  <a:lnTo>
                    <a:pt x="90" y="650"/>
                  </a:lnTo>
                  <a:lnTo>
                    <a:pt x="85" y="655"/>
                  </a:lnTo>
                  <a:lnTo>
                    <a:pt x="92" y="661"/>
                  </a:lnTo>
                  <a:lnTo>
                    <a:pt x="107" y="658"/>
                  </a:lnTo>
                  <a:lnTo>
                    <a:pt x="109" y="660"/>
                  </a:lnTo>
                  <a:lnTo>
                    <a:pt x="103" y="665"/>
                  </a:lnTo>
                  <a:lnTo>
                    <a:pt x="107" y="666"/>
                  </a:lnTo>
                  <a:lnTo>
                    <a:pt x="118" y="661"/>
                  </a:lnTo>
                  <a:lnTo>
                    <a:pt x="124" y="661"/>
                  </a:lnTo>
                  <a:lnTo>
                    <a:pt x="120" y="666"/>
                  </a:lnTo>
                  <a:lnTo>
                    <a:pt x="107" y="671"/>
                  </a:lnTo>
                  <a:lnTo>
                    <a:pt x="102" y="677"/>
                  </a:lnTo>
                  <a:lnTo>
                    <a:pt x="93" y="676"/>
                  </a:lnTo>
                  <a:lnTo>
                    <a:pt x="85" y="666"/>
                  </a:lnTo>
                  <a:lnTo>
                    <a:pt x="81" y="666"/>
                  </a:lnTo>
                  <a:lnTo>
                    <a:pt x="76" y="670"/>
                  </a:lnTo>
                  <a:lnTo>
                    <a:pt x="70" y="665"/>
                  </a:lnTo>
                  <a:lnTo>
                    <a:pt x="64" y="667"/>
                  </a:lnTo>
                  <a:lnTo>
                    <a:pt x="61" y="665"/>
                  </a:lnTo>
                  <a:lnTo>
                    <a:pt x="53" y="668"/>
                  </a:lnTo>
                  <a:lnTo>
                    <a:pt x="56" y="672"/>
                  </a:lnTo>
                  <a:lnTo>
                    <a:pt x="70" y="674"/>
                  </a:lnTo>
                  <a:lnTo>
                    <a:pt x="79" y="679"/>
                  </a:lnTo>
                  <a:lnTo>
                    <a:pt x="91" y="684"/>
                  </a:lnTo>
                  <a:lnTo>
                    <a:pt x="87" y="691"/>
                  </a:lnTo>
                  <a:lnTo>
                    <a:pt x="91" y="696"/>
                  </a:lnTo>
                  <a:lnTo>
                    <a:pt x="85" y="700"/>
                  </a:lnTo>
                  <a:lnTo>
                    <a:pt x="81" y="696"/>
                  </a:lnTo>
                  <a:lnTo>
                    <a:pt x="81" y="685"/>
                  </a:lnTo>
                  <a:lnTo>
                    <a:pt x="74" y="683"/>
                  </a:lnTo>
                  <a:lnTo>
                    <a:pt x="66" y="684"/>
                  </a:lnTo>
                  <a:lnTo>
                    <a:pt x="69" y="690"/>
                  </a:lnTo>
                  <a:lnTo>
                    <a:pt x="67" y="694"/>
                  </a:lnTo>
                  <a:lnTo>
                    <a:pt x="57" y="689"/>
                  </a:lnTo>
                  <a:lnTo>
                    <a:pt x="49" y="696"/>
                  </a:lnTo>
                  <a:lnTo>
                    <a:pt x="57" y="702"/>
                  </a:lnTo>
                  <a:lnTo>
                    <a:pt x="50" y="702"/>
                  </a:lnTo>
                  <a:lnTo>
                    <a:pt x="45" y="705"/>
                  </a:lnTo>
                  <a:lnTo>
                    <a:pt x="43" y="696"/>
                  </a:lnTo>
                  <a:lnTo>
                    <a:pt x="29" y="696"/>
                  </a:lnTo>
                  <a:lnTo>
                    <a:pt x="34" y="705"/>
                  </a:lnTo>
                  <a:lnTo>
                    <a:pt x="28" y="707"/>
                  </a:lnTo>
                  <a:lnTo>
                    <a:pt x="26" y="700"/>
                  </a:lnTo>
                  <a:lnTo>
                    <a:pt x="18" y="694"/>
                  </a:lnTo>
                  <a:lnTo>
                    <a:pt x="14" y="695"/>
                  </a:lnTo>
                  <a:lnTo>
                    <a:pt x="15" y="700"/>
                  </a:lnTo>
                  <a:lnTo>
                    <a:pt x="23" y="707"/>
                  </a:lnTo>
                  <a:lnTo>
                    <a:pt x="20" y="712"/>
                  </a:lnTo>
                  <a:lnTo>
                    <a:pt x="23" y="714"/>
                  </a:lnTo>
                  <a:lnTo>
                    <a:pt x="34" y="712"/>
                  </a:lnTo>
                  <a:lnTo>
                    <a:pt x="47" y="714"/>
                  </a:lnTo>
                  <a:lnTo>
                    <a:pt x="56" y="719"/>
                  </a:lnTo>
                  <a:lnTo>
                    <a:pt x="69" y="719"/>
                  </a:lnTo>
                  <a:lnTo>
                    <a:pt x="74" y="717"/>
                  </a:lnTo>
                  <a:lnTo>
                    <a:pt x="80" y="717"/>
                  </a:lnTo>
                  <a:lnTo>
                    <a:pt x="72" y="724"/>
                  </a:lnTo>
                  <a:lnTo>
                    <a:pt x="60" y="723"/>
                  </a:lnTo>
                  <a:lnTo>
                    <a:pt x="55" y="725"/>
                  </a:lnTo>
                  <a:lnTo>
                    <a:pt x="40" y="719"/>
                  </a:lnTo>
                  <a:lnTo>
                    <a:pt x="32" y="720"/>
                  </a:lnTo>
                  <a:lnTo>
                    <a:pt x="28" y="719"/>
                  </a:lnTo>
                  <a:lnTo>
                    <a:pt x="21" y="724"/>
                  </a:lnTo>
                  <a:lnTo>
                    <a:pt x="11" y="726"/>
                  </a:lnTo>
                  <a:lnTo>
                    <a:pt x="10" y="729"/>
                  </a:lnTo>
                  <a:lnTo>
                    <a:pt x="24" y="735"/>
                  </a:lnTo>
                  <a:lnTo>
                    <a:pt x="20" y="741"/>
                  </a:lnTo>
                  <a:lnTo>
                    <a:pt x="27" y="742"/>
                  </a:lnTo>
                  <a:lnTo>
                    <a:pt x="32" y="740"/>
                  </a:lnTo>
                  <a:lnTo>
                    <a:pt x="44" y="740"/>
                  </a:lnTo>
                  <a:lnTo>
                    <a:pt x="35" y="745"/>
                  </a:lnTo>
                  <a:lnTo>
                    <a:pt x="22" y="745"/>
                  </a:lnTo>
                  <a:lnTo>
                    <a:pt x="18" y="747"/>
                  </a:lnTo>
                  <a:lnTo>
                    <a:pt x="15" y="746"/>
                  </a:lnTo>
                  <a:lnTo>
                    <a:pt x="15" y="748"/>
                  </a:lnTo>
                  <a:lnTo>
                    <a:pt x="21" y="751"/>
                  </a:lnTo>
                  <a:lnTo>
                    <a:pt x="26" y="751"/>
                  </a:lnTo>
                  <a:lnTo>
                    <a:pt x="18" y="754"/>
                  </a:lnTo>
                  <a:lnTo>
                    <a:pt x="15" y="755"/>
                  </a:lnTo>
                  <a:lnTo>
                    <a:pt x="16" y="759"/>
                  </a:lnTo>
                  <a:lnTo>
                    <a:pt x="20" y="763"/>
                  </a:lnTo>
                  <a:lnTo>
                    <a:pt x="23" y="766"/>
                  </a:lnTo>
                  <a:lnTo>
                    <a:pt x="33" y="766"/>
                  </a:lnTo>
                  <a:lnTo>
                    <a:pt x="39" y="763"/>
                  </a:lnTo>
                  <a:lnTo>
                    <a:pt x="52" y="762"/>
                  </a:lnTo>
                  <a:lnTo>
                    <a:pt x="62" y="763"/>
                  </a:lnTo>
                  <a:lnTo>
                    <a:pt x="66" y="765"/>
                  </a:lnTo>
                  <a:lnTo>
                    <a:pt x="72" y="762"/>
                  </a:lnTo>
                  <a:lnTo>
                    <a:pt x="72" y="757"/>
                  </a:lnTo>
                  <a:lnTo>
                    <a:pt x="78" y="754"/>
                  </a:lnTo>
                  <a:lnTo>
                    <a:pt x="80" y="759"/>
                  </a:lnTo>
                  <a:lnTo>
                    <a:pt x="87" y="759"/>
                  </a:lnTo>
                  <a:lnTo>
                    <a:pt x="97" y="753"/>
                  </a:lnTo>
                  <a:lnTo>
                    <a:pt x="102" y="754"/>
                  </a:lnTo>
                  <a:lnTo>
                    <a:pt x="99" y="758"/>
                  </a:lnTo>
                  <a:lnTo>
                    <a:pt x="95" y="760"/>
                  </a:lnTo>
                  <a:lnTo>
                    <a:pt x="103" y="763"/>
                  </a:lnTo>
                  <a:lnTo>
                    <a:pt x="108" y="759"/>
                  </a:lnTo>
                  <a:lnTo>
                    <a:pt x="105" y="754"/>
                  </a:lnTo>
                  <a:lnTo>
                    <a:pt x="113" y="746"/>
                  </a:lnTo>
                  <a:lnTo>
                    <a:pt x="110" y="752"/>
                  </a:lnTo>
                  <a:lnTo>
                    <a:pt x="118" y="760"/>
                  </a:lnTo>
                  <a:lnTo>
                    <a:pt x="113" y="766"/>
                  </a:lnTo>
                  <a:lnTo>
                    <a:pt x="101" y="769"/>
                  </a:lnTo>
                  <a:lnTo>
                    <a:pt x="95" y="772"/>
                  </a:lnTo>
                  <a:lnTo>
                    <a:pt x="98" y="775"/>
                  </a:lnTo>
                  <a:lnTo>
                    <a:pt x="93" y="782"/>
                  </a:lnTo>
                  <a:lnTo>
                    <a:pt x="84" y="782"/>
                  </a:lnTo>
                  <a:lnTo>
                    <a:pt x="83" y="778"/>
                  </a:lnTo>
                  <a:lnTo>
                    <a:pt x="89" y="775"/>
                  </a:lnTo>
                  <a:lnTo>
                    <a:pt x="87" y="766"/>
                  </a:lnTo>
                  <a:lnTo>
                    <a:pt x="79" y="765"/>
                  </a:lnTo>
                  <a:lnTo>
                    <a:pt x="69" y="774"/>
                  </a:lnTo>
                  <a:lnTo>
                    <a:pt x="68" y="778"/>
                  </a:lnTo>
                  <a:lnTo>
                    <a:pt x="61" y="771"/>
                  </a:lnTo>
                  <a:lnTo>
                    <a:pt x="53" y="769"/>
                  </a:lnTo>
                  <a:lnTo>
                    <a:pt x="44" y="771"/>
                  </a:lnTo>
                  <a:lnTo>
                    <a:pt x="38" y="769"/>
                  </a:lnTo>
                  <a:lnTo>
                    <a:pt x="27" y="775"/>
                  </a:lnTo>
                  <a:lnTo>
                    <a:pt x="21" y="775"/>
                  </a:lnTo>
                  <a:lnTo>
                    <a:pt x="15" y="770"/>
                  </a:lnTo>
                  <a:lnTo>
                    <a:pt x="12" y="771"/>
                  </a:lnTo>
                  <a:lnTo>
                    <a:pt x="16" y="778"/>
                  </a:lnTo>
                  <a:lnTo>
                    <a:pt x="14" y="783"/>
                  </a:lnTo>
                  <a:lnTo>
                    <a:pt x="17" y="786"/>
                  </a:lnTo>
                  <a:lnTo>
                    <a:pt x="24" y="784"/>
                  </a:lnTo>
                  <a:lnTo>
                    <a:pt x="28" y="781"/>
                  </a:lnTo>
                  <a:lnTo>
                    <a:pt x="33" y="781"/>
                  </a:lnTo>
                  <a:lnTo>
                    <a:pt x="27" y="787"/>
                  </a:lnTo>
                  <a:lnTo>
                    <a:pt x="28" y="794"/>
                  </a:lnTo>
                  <a:lnTo>
                    <a:pt x="24" y="797"/>
                  </a:lnTo>
                  <a:lnTo>
                    <a:pt x="17" y="793"/>
                  </a:lnTo>
                  <a:lnTo>
                    <a:pt x="21" y="803"/>
                  </a:lnTo>
                  <a:lnTo>
                    <a:pt x="26" y="806"/>
                  </a:lnTo>
                  <a:lnTo>
                    <a:pt x="39" y="793"/>
                  </a:lnTo>
                  <a:lnTo>
                    <a:pt x="47" y="797"/>
                  </a:lnTo>
                  <a:lnTo>
                    <a:pt x="44" y="800"/>
                  </a:lnTo>
                  <a:lnTo>
                    <a:pt x="45" y="807"/>
                  </a:lnTo>
                  <a:lnTo>
                    <a:pt x="34" y="812"/>
                  </a:lnTo>
                  <a:lnTo>
                    <a:pt x="35" y="815"/>
                  </a:lnTo>
                  <a:lnTo>
                    <a:pt x="43" y="816"/>
                  </a:lnTo>
                  <a:lnTo>
                    <a:pt x="39" y="821"/>
                  </a:lnTo>
                  <a:lnTo>
                    <a:pt x="44" y="828"/>
                  </a:lnTo>
                  <a:lnTo>
                    <a:pt x="40" y="835"/>
                  </a:lnTo>
                  <a:lnTo>
                    <a:pt x="44" y="836"/>
                  </a:lnTo>
                  <a:lnTo>
                    <a:pt x="50" y="826"/>
                  </a:lnTo>
                  <a:lnTo>
                    <a:pt x="57" y="823"/>
                  </a:lnTo>
                  <a:lnTo>
                    <a:pt x="58" y="815"/>
                  </a:lnTo>
                  <a:lnTo>
                    <a:pt x="75" y="809"/>
                  </a:lnTo>
                  <a:lnTo>
                    <a:pt x="84" y="809"/>
                  </a:lnTo>
                  <a:lnTo>
                    <a:pt x="90" y="807"/>
                  </a:lnTo>
                  <a:lnTo>
                    <a:pt x="85" y="810"/>
                  </a:lnTo>
                  <a:lnTo>
                    <a:pt x="76" y="816"/>
                  </a:lnTo>
                  <a:lnTo>
                    <a:pt x="76" y="826"/>
                  </a:lnTo>
                  <a:lnTo>
                    <a:pt x="79" y="832"/>
                  </a:lnTo>
                  <a:lnTo>
                    <a:pt x="73" y="827"/>
                  </a:lnTo>
                  <a:lnTo>
                    <a:pt x="72" y="818"/>
                  </a:lnTo>
                  <a:lnTo>
                    <a:pt x="67" y="817"/>
                  </a:lnTo>
                  <a:lnTo>
                    <a:pt x="61" y="827"/>
                  </a:lnTo>
                  <a:lnTo>
                    <a:pt x="56" y="829"/>
                  </a:lnTo>
                  <a:lnTo>
                    <a:pt x="64" y="832"/>
                  </a:lnTo>
                  <a:lnTo>
                    <a:pt x="57" y="840"/>
                  </a:lnTo>
                  <a:lnTo>
                    <a:pt x="51" y="840"/>
                  </a:lnTo>
                  <a:lnTo>
                    <a:pt x="49" y="846"/>
                  </a:lnTo>
                  <a:lnTo>
                    <a:pt x="52" y="849"/>
                  </a:lnTo>
                  <a:lnTo>
                    <a:pt x="66" y="849"/>
                  </a:lnTo>
                  <a:lnTo>
                    <a:pt x="68" y="853"/>
                  </a:lnTo>
                  <a:lnTo>
                    <a:pt x="60" y="853"/>
                  </a:lnTo>
                  <a:lnTo>
                    <a:pt x="56" y="858"/>
                  </a:lnTo>
                  <a:lnTo>
                    <a:pt x="55" y="864"/>
                  </a:lnTo>
                  <a:lnTo>
                    <a:pt x="45" y="858"/>
                  </a:lnTo>
                  <a:lnTo>
                    <a:pt x="41" y="859"/>
                  </a:lnTo>
                  <a:lnTo>
                    <a:pt x="39" y="867"/>
                  </a:lnTo>
                  <a:lnTo>
                    <a:pt x="38" y="858"/>
                  </a:lnTo>
                  <a:lnTo>
                    <a:pt x="32" y="862"/>
                  </a:lnTo>
                  <a:lnTo>
                    <a:pt x="23" y="872"/>
                  </a:lnTo>
                  <a:lnTo>
                    <a:pt x="27" y="879"/>
                  </a:lnTo>
                  <a:lnTo>
                    <a:pt x="39" y="891"/>
                  </a:lnTo>
                  <a:lnTo>
                    <a:pt x="41" y="885"/>
                  </a:lnTo>
                  <a:lnTo>
                    <a:pt x="44" y="887"/>
                  </a:lnTo>
                  <a:lnTo>
                    <a:pt x="51" y="884"/>
                  </a:lnTo>
                  <a:lnTo>
                    <a:pt x="49" y="880"/>
                  </a:lnTo>
                  <a:lnTo>
                    <a:pt x="53" y="873"/>
                  </a:lnTo>
                  <a:lnTo>
                    <a:pt x="63" y="879"/>
                  </a:lnTo>
                  <a:lnTo>
                    <a:pt x="58" y="881"/>
                  </a:lnTo>
                  <a:lnTo>
                    <a:pt x="63" y="887"/>
                  </a:lnTo>
                  <a:lnTo>
                    <a:pt x="62" y="894"/>
                  </a:lnTo>
                  <a:lnTo>
                    <a:pt x="56" y="898"/>
                  </a:lnTo>
                  <a:lnTo>
                    <a:pt x="61" y="909"/>
                  </a:lnTo>
                  <a:lnTo>
                    <a:pt x="66" y="905"/>
                  </a:lnTo>
                  <a:lnTo>
                    <a:pt x="76" y="902"/>
                  </a:lnTo>
                  <a:lnTo>
                    <a:pt x="81" y="908"/>
                  </a:lnTo>
                  <a:lnTo>
                    <a:pt x="72" y="909"/>
                  </a:lnTo>
                  <a:lnTo>
                    <a:pt x="67" y="911"/>
                  </a:lnTo>
                  <a:lnTo>
                    <a:pt x="72" y="919"/>
                  </a:lnTo>
                  <a:lnTo>
                    <a:pt x="70" y="921"/>
                  </a:lnTo>
                  <a:lnTo>
                    <a:pt x="55" y="910"/>
                  </a:lnTo>
                  <a:lnTo>
                    <a:pt x="49" y="913"/>
                  </a:lnTo>
                  <a:lnTo>
                    <a:pt x="44" y="909"/>
                  </a:lnTo>
                  <a:lnTo>
                    <a:pt x="37" y="909"/>
                  </a:lnTo>
                  <a:lnTo>
                    <a:pt x="37" y="915"/>
                  </a:lnTo>
                  <a:lnTo>
                    <a:pt x="32" y="920"/>
                  </a:lnTo>
                  <a:lnTo>
                    <a:pt x="44" y="938"/>
                  </a:lnTo>
                  <a:lnTo>
                    <a:pt x="52" y="939"/>
                  </a:lnTo>
                  <a:lnTo>
                    <a:pt x="66" y="949"/>
                  </a:lnTo>
                  <a:lnTo>
                    <a:pt x="83" y="955"/>
                  </a:lnTo>
                  <a:lnTo>
                    <a:pt x="85" y="960"/>
                  </a:lnTo>
                  <a:lnTo>
                    <a:pt x="80" y="962"/>
                  </a:lnTo>
                  <a:lnTo>
                    <a:pt x="87" y="967"/>
                  </a:lnTo>
                  <a:lnTo>
                    <a:pt x="93" y="965"/>
                  </a:lnTo>
                  <a:lnTo>
                    <a:pt x="90" y="957"/>
                  </a:lnTo>
                  <a:lnTo>
                    <a:pt x="96" y="957"/>
                  </a:lnTo>
                  <a:lnTo>
                    <a:pt x="102" y="961"/>
                  </a:lnTo>
                  <a:lnTo>
                    <a:pt x="101" y="963"/>
                  </a:lnTo>
                  <a:lnTo>
                    <a:pt x="110" y="974"/>
                  </a:lnTo>
                  <a:lnTo>
                    <a:pt x="114" y="969"/>
                  </a:lnTo>
                  <a:lnTo>
                    <a:pt x="118" y="971"/>
                  </a:lnTo>
                  <a:lnTo>
                    <a:pt x="125" y="967"/>
                  </a:lnTo>
                  <a:lnTo>
                    <a:pt x="134" y="959"/>
                  </a:lnTo>
                  <a:lnTo>
                    <a:pt x="139" y="959"/>
                  </a:lnTo>
                  <a:lnTo>
                    <a:pt x="143" y="955"/>
                  </a:lnTo>
                  <a:lnTo>
                    <a:pt x="145" y="955"/>
                  </a:lnTo>
                  <a:lnTo>
                    <a:pt x="147" y="961"/>
                  </a:lnTo>
                  <a:lnTo>
                    <a:pt x="153" y="961"/>
                  </a:lnTo>
                  <a:lnTo>
                    <a:pt x="168" y="946"/>
                  </a:lnTo>
                  <a:lnTo>
                    <a:pt x="168" y="942"/>
                  </a:lnTo>
                  <a:lnTo>
                    <a:pt x="161" y="934"/>
                  </a:lnTo>
                  <a:lnTo>
                    <a:pt x="173" y="940"/>
                  </a:lnTo>
                  <a:lnTo>
                    <a:pt x="183" y="932"/>
                  </a:lnTo>
                  <a:lnTo>
                    <a:pt x="180" y="930"/>
                  </a:lnTo>
                  <a:lnTo>
                    <a:pt x="185" y="926"/>
                  </a:lnTo>
                  <a:lnTo>
                    <a:pt x="185" y="920"/>
                  </a:lnTo>
                  <a:lnTo>
                    <a:pt x="191" y="916"/>
                  </a:lnTo>
                  <a:lnTo>
                    <a:pt x="200" y="915"/>
                  </a:lnTo>
                  <a:lnTo>
                    <a:pt x="201" y="909"/>
                  </a:lnTo>
                  <a:lnTo>
                    <a:pt x="194" y="901"/>
                  </a:lnTo>
                  <a:lnTo>
                    <a:pt x="196" y="896"/>
                  </a:lnTo>
                  <a:lnTo>
                    <a:pt x="190" y="887"/>
                  </a:lnTo>
                  <a:lnTo>
                    <a:pt x="183" y="882"/>
                  </a:lnTo>
                  <a:lnTo>
                    <a:pt x="183" y="876"/>
                  </a:lnTo>
                  <a:lnTo>
                    <a:pt x="188" y="879"/>
                  </a:lnTo>
                  <a:lnTo>
                    <a:pt x="196" y="887"/>
                  </a:lnTo>
                  <a:lnTo>
                    <a:pt x="200" y="898"/>
                  </a:lnTo>
                  <a:lnTo>
                    <a:pt x="202" y="902"/>
                  </a:lnTo>
                  <a:lnTo>
                    <a:pt x="208" y="903"/>
                  </a:lnTo>
                  <a:lnTo>
                    <a:pt x="207" y="907"/>
                  </a:lnTo>
                  <a:lnTo>
                    <a:pt x="211" y="911"/>
                  </a:lnTo>
                  <a:lnTo>
                    <a:pt x="220" y="908"/>
                  </a:lnTo>
                  <a:lnTo>
                    <a:pt x="218" y="904"/>
                  </a:lnTo>
                  <a:lnTo>
                    <a:pt x="214" y="901"/>
                  </a:lnTo>
                  <a:lnTo>
                    <a:pt x="217" y="896"/>
                  </a:lnTo>
                  <a:lnTo>
                    <a:pt x="224" y="902"/>
                  </a:lnTo>
                  <a:lnTo>
                    <a:pt x="225" y="904"/>
                  </a:lnTo>
                  <a:lnTo>
                    <a:pt x="236" y="894"/>
                  </a:lnTo>
                  <a:lnTo>
                    <a:pt x="238" y="886"/>
                  </a:lnTo>
                  <a:lnTo>
                    <a:pt x="236" y="878"/>
                  </a:lnTo>
                  <a:lnTo>
                    <a:pt x="230" y="876"/>
                  </a:lnTo>
                  <a:lnTo>
                    <a:pt x="228" y="872"/>
                  </a:lnTo>
                  <a:lnTo>
                    <a:pt x="231" y="869"/>
                  </a:lnTo>
                  <a:lnTo>
                    <a:pt x="232" y="865"/>
                  </a:lnTo>
                  <a:lnTo>
                    <a:pt x="236" y="864"/>
                  </a:lnTo>
                  <a:lnTo>
                    <a:pt x="240" y="861"/>
                  </a:lnTo>
                  <a:lnTo>
                    <a:pt x="235" y="856"/>
                  </a:lnTo>
                  <a:lnTo>
                    <a:pt x="236" y="849"/>
                  </a:lnTo>
                  <a:lnTo>
                    <a:pt x="242" y="844"/>
                  </a:lnTo>
                  <a:lnTo>
                    <a:pt x="249" y="850"/>
                  </a:lnTo>
                  <a:lnTo>
                    <a:pt x="243" y="857"/>
                  </a:lnTo>
                  <a:lnTo>
                    <a:pt x="246" y="867"/>
                  </a:lnTo>
                  <a:lnTo>
                    <a:pt x="243" y="874"/>
                  </a:lnTo>
                  <a:lnTo>
                    <a:pt x="249" y="881"/>
                  </a:lnTo>
                  <a:lnTo>
                    <a:pt x="251" y="886"/>
                  </a:lnTo>
                  <a:lnTo>
                    <a:pt x="260" y="896"/>
                  </a:lnTo>
                  <a:lnTo>
                    <a:pt x="271" y="894"/>
                  </a:lnTo>
                  <a:lnTo>
                    <a:pt x="275" y="898"/>
                  </a:lnTo>
                  <a:lnTo>
                    <a:pt x="272" y="902"/>
                  </a:lnTo>
                  <a:lnTo>
                    <a:pt x="278" y="904"/>
                  </a:lnTo>
                  <a:lnTo>
                    <a:pt x="283" y="913"/>
                  </a:lnTo>
                  <a:lnTo>
                    <a:pt x="288" y="904"/>
                  </a:lnTo>
                  <a:lnTo>
                    <a:pt x="287" y="879"/>
                  </a:lnTo>
                  <a:lnTo>
                    <a:pt x="280" y="868"/>
                  </a:lnTo>
                  <a:lnTo>
                    <a:pt x="283" y="861"/>
                  </a:lnTo>
                  <a:lnTo>
                    <a:pt x="289" y="858"/>
                  </a:lnTo>
                  <a:lnTo>
                    <a:pt x="284" y="850"/>
                  </a:lnTo>
                  <a:lnTo>
                    <a:pt x="288" y="845"/>
                  </a:lnTo>
                  <a:lnTo>
                    <a:pt x="302" y="844"/>
                  </a:lnTo>
                  <a:lnTo>
                    <a:pt x="306" y="836"/>
                  </a:lnTo>
                  <a:lnTo>
                    <a:pt x="305" y="828"/>
                  </a:lnTo>
                  <a:lnTo>
                    <a:pt x="312" y="816"/>
                  </a:lnTo>
                  <a:lnTo>
                    <a:pt x="305" y="807"/>
                  </a:lnTo>
                  <a:lnTo>
                    <a:pt x="302" y="788"/>
                  </a:lnTo>
                  <a:lnTo>
                    <a:pt x="293" y="772"/>
                  </a:lnTo>
                  <a:lnTo>
                    <a:pt x="294" y="766"/>
                  </a:lnTo>
                  <a:lnTo>
                    <a:pt x="315" y="760"/>
                  </a:lnTo>
                  <a:lnTo>
                    <a:pt x="315" y="746"/>
                  </a:lnTo>
                  <a:lnTo>
                    <a:pt x="319" y="737"/>
                  </a:lnTo>
                  <a:lnTo>
                    <a:pt x="304" y="722"/>
                  </a:lnTo>
                  <a:lnTo>
                    <a:pt x="290" y="716"/>
                  </a:lnTo>
                  <a:lnTo>
                    <a:pt x="289" y="700"/>
                  </a:lnTo>
                  <a:lnTo>
                    <a:pt x="293" y="684"/>
                  </a:lnTo>
                  <a:lnTo>
                    <a:pt x="290" y="667"/>
                  </a:lnTo>
                  <a:lnTo>
                    <a:pt x="286" y="656"/>
                  </a:lnTo>
                  <a:lnTo>
                    <a:pt x="289" y="643"/>
                  </a:lnTo>
                  <a:lnTo>
                    <a:pt x="287" y="621"/>
                  </a:lnTo>
                  <a:lnTo>
                    <a:pt x="282" y="601"/>
                  </a:lnTo>
                  <a:lnTo>
                    <a:pt x="286" y="581"/>
                  </a:lnTo>
                  <a:lnTo>
                    <a:pt x="296" y="566"/>
                  </a:lnTo>
                  <a:lnTo>
                    <a:pt x="306" y="560"/>
                  </a:lnTo>
                  <a:lnTo>
                    <a:pt x="318" y="562"/>
                  </a:lnTo>
                  <a:lnTo>
                    <a:pt x="334" y="563"/>
                  </a:lnTo>
                  <a:lnTo>
                    <a:pt x="341" y="554"/>
                  </a:lnTo>
                  <a:lnTo>
                    <a:pt x="340" y="538"/>
                  </a:lnTo>
                  <a:lnTo>
                    <a:pt x="336" y="532"/>
                  </a:lnTo>
                  <a:lnTo>
                    <a:pt x="336" y="521"/>
                  </a:lnTo>
                  <a:lnTo>
                    <a:pt x="352" y="487"/>
                  </a:lnTo>
                  <a:lnTo>
                    <a:pt x="353" y="467"/>
                  </a:lnTo>
                  <a:lnTo>
                    <a:pt x="357" y="448"/>
                  </a:lnTo>
                  <a:lnTo>
                    <a:pt x="362" y="438"/>
                  </a:lnTo>
                  <a:lnTo>
                    <a:pt x="362" y="425"/>
                  </a:lnTo>
                  <a:lnTo>
                    <a:pt x="356" y="419"/>
                  </a:lnTo>
                  <a:lnTo>
                    <a:pt x="356" y="411"/>
                  </a:lnTo>
                  <a:lnTo>
                    <a:pt x="370" y="404"/>
                  </a:lnTo>
                  <a:lnTo>
                    <a:pt x="386" y="400"/>
                  </a:lnTo>
                  <a:lnTo>
                    <a:pt x="393" y="395"/>
                  </a:lnTo>
                  <a:lnTo>
                    <a:pt x="393" y="387"/>
                  </a:lnTo>
                  <a:lnTo>
                    <a:pt x="406" y="366"/>
                  </a:lnTo>
                  <a:lnTo>
                    <a:pt x="419" y="351"/>
                  </a:lnTo>
                  <a:lnTo>
                    <a:pt x="423" y="341"/>
                  </a:lnTo>
                  <a:lnTo>
                    <a:pt x="419" y="329"/>
                  </a:lnTo>
                  <a:lnTo>
                    <a:pt x="414" y="323"/>
                  </a:lnTo>
                  <a:lnTo>
                    <a:pt x="412" y="303"/>
                  </a:lnTo>
                  <a:lnTo>
                    <a:pt x="419" y="301"/>
                  </a:lnTo>
                  <a:lnTo>
                    <a:pt x="425" y="294"/>
                  </a:lnTo>
                  <a:lnTo>
                    <a:pt x="427" y="284"/>
                  </a:lnTo>
                  <a:lnTo>
                    <a:pt x="433" y="280"/>
                  </a:lnTo>
                  <a:lnTo>
                    <a:pt x="440" y="267"/>
                  </a:lnTo>
                  <a:lnTo>
                    <a:pt x="450" y="261"/>
                  </a:lnTo>
                  <a:lnTo>
                    <a:pt x="460" y="265"/>
                  </a:lnTo>
                  <a:lnTo>
                    <a:pt x="464" y="270"/>
                  </a:lnTo>
                  <a:lnTo>
                    <a:pt x="471" y="268"/>
                  </a:lnTo>
                  <a:lnTo>
                    <a:pt x="478" y="262"/>
                  </a:lnTo>
                  <a:lnTo>
                    <a:pt x="472" y="254"/>
                  </a:lnTo>
                  <a:lnTo>
                    <a:pt x="477" y="249"/>
                  </a:lnTo>
                  <a:lnTo>
                    <a:pt x="477" y="245"/>
                  </a:lnTo>
                  <a:lnTo>
                    <a:pt x="479" y="241"/>
                  </a:lnTo>
                  <a:lnTo>
                    <a:pt x="472" y="230"/>
                  </a:lnTo>
                  <a:lnTo>
                    <a:pt x="477" y="227"/>
                  </a:lnTo>
                  <a:lnTo>
                    <a:pt x="490" y="227"/>
                  </a:lnTo>
                  <a:lnTo>
                    <a:pt x="500" y="222"/>
                  </a:lnTo>
                  <a:lnTo>
                    <a:pt x="515" y="226"/>
                  </a:lnTo>
                  <a:lnTo>
                    <a:pt x="525" y="232"/>
                  </a:lnTo>
                  <a:lnTo>
                    <a:pt x="535" y="233"/>
                  </a:lnTo>
                  <a:lnTo>
                    <a:pt x="541" y="238"/>
                  </a:lnTo>
                  <a:lnTo>
                    <a:pt x="545" y="236"/>
                  </a:lnTo>
                  <a:lnTo>
                    <a:pt x="550" y="238"/>
                  </a:lnTo>
                  <a:lnTo>
                    <a:pt x="550" y="228"/>
                  </a:lnTo>
                  <a:lnTo>
                    <a:pt x="545" y="221"/>
                  </a:lnTo>
                  <a:lnTo>
                    <a:pt x="547" y="209"/>
                  </a:lnTo>
                  <a:lnTo>
                    <a:pt x="554" y="205"/>
                  </a:lnTo>
                  <a:lnTo>
                    <a:pt x="551" y="197"/>
                  </a:lnTo>
                  <a:lnTo>
                    <a:pt x="544" y="193"/>
                  </a:lnTo>
                  <a:lnTo>
                    <a:pt x="543" y="185"/>
                  </a:lnTo>
                  <a:lnTo>
                    <a:pt x="554" y="187"/>
                  </a:lnTo>
                  <a:lnTo>
                    <a:pt x="564" y="186"/>
                  </a:lnTo>
                  <a:lnTo>
                    <a:pt x="567" y="184"/>
                  </a:lnTo>
                  <a:lnTo>
                    <a:pt x="567" y="184"/>
                  </a:lnTo>
                  <a:lnTo>
                    <a:pt x="570" y="181"/>
                  </a:lnTo>
                  <a:lnTo>
                    <a:pt x="573" y="184"/>
                  </a:lnTo>
                  <a:lnTo>
                    <a:pt x="577" y="181"/>
                  </a:lnTo>
                  <a:lnTo>
                    <a:pt x="573" y="175"/>
                  </a:lnTo>
                  <a:lnTo>
                    <a:pt x="576" y="168"/>
                  </a:lnTo>
                  <a:lnTo>
                    <a:pt x="582" y="163"/>
                  </a:lnTo>
                  <a:lnTo>
                    <a:pt x="590" y="164"/>
                  </a:lnTo>
                  <a:lnTo>
                    <a:pt x="597" y="174"/>
                  </a:lnTo>
                  <a:lnTo>
                    <a:pt x="617" y="189"/>
                  </a:lnTo>
                  <a:lnTo>
                    <a:pt x="620" y="197"/>
                  </a:lnTo>
                  <a:lnTo>
                    <a:pt x="628" y="205"/>
                  </a:lnTo>
                  <a:lnTo>
                    <a:pt x="641" y="210"/>
                  </a:lnTo>
                  <a:lnTo>
                    <a:pt x="663" y="212"/>
                  </a:lnTo>
                  <a:lnTo>
                    <a:pt x="674" y="202"/>
                  </a:lnTo>
                  <a:lnTo>
                    <a:pt x="680" y="196"/>
                  </a:lnTo>
                  <a:lnTo>
                    <a:pt x="689" y="196"/>
                  </a:lnTo>
                  <a:lnTo>
                    <a:pt x="705" y="205"/>
                  </a:lnTo>
                  <a:lnTo>
                    <a:pt x="715" y="207"/>
                  </a:lnTo>
                  <a:lnTo>
                    <a:pt x="721" y="198"/>
                  </a:lnTo>
                  <a:lnTo>
                    <a:pt x="726" y="195"/>
                  </a:lnTo>
                  <a:lnTo>
                    <a:pt x="734" y="189"/>
                  </a:lnTo>
                  <a:lnTo>
                    <a:pt x="741" y="189"/>
                  </a:lnTo>
                  <a:lnTo>
                    <a:pt x="750" y="184"/>
                  </a:lnTo>
                  <a:lnTo>
                    <a:pt x="752" y="179"/>
                  </a:lnTo>
                  <a:lnTo>
                    <a:pt x="750" y="172"/>
                  </a:lnTo>
                  <a:lnTo>
                    <a:pt x="745" y="160"/>
                  </a:lnTo>
                  <a:lnTo>
                    <a:pt x="747" y="138"/>
                  </a:lnTo>
                  <a:lnTo>
                    <a:pt x="750" y="132"/>
                  </a:lnTo>
                  <a:lnTo>
                    <a:pt x="746" y="125"/>
                  </a:lnTo>
                  <a:lnTo>
                    <a:pt x="751" y="122"/>
                  </a:lnTo>
                  <a:lnTo>
                    <a:pt x="758" y="114"/>
                  </a:lnTo>
                  <a:lnTo>
                    <a:pt x="758" y="109"/>
                  </a:lnTo>
                  <a:lnTo>
                    <a:pt x="768" y="104"/>
                  </a:lnTo>
                  <a:lnTo>
                    <a:pt x="780" y="106"/>
                  </a:lnTo>
                  <a:lnTo>
                    <a:pt x="786" y="105"/>
                  </a:lnTo>
                  <a:lnTo>
                    <a:pt x="786" y="102"/>
                  </a:lnTo>
                  <a:lnTo>
                    <a:pt x="793" y="94"/>
                  </a:lnTo>
                  <a:lnTo>
                    <a:pt x="813" y="93"/>
                  </a:lnTo>
                  <a:lnTo>
                    <a:pt x="821" y="99"/>
                  </a:lnTo>
                  <a:lnTo>
                    <a:pt x="833" y="111"/>
                  </a:lnTo>
                  <a:lnTo>
                    <a:pt x="839" y="117"/>
                  </a:lnTo>
                  <a:lnTo>
                    <a:pt x="849" y="121"/>
                  </a:lnTo>
                  <a:lnTo>
                    <a:pt x="865" y="122"/>
                  </a:lnTo>
                  <a:lnTo>
                    <a:pt x="867" y="129"/>
                  </a:lnTo>
                  <a:lnTo>
                    <a:pt x="877" y="138"/>
                  </a:lnTo>
                  <a:lnTo>
                    <a:pt x="874" y="146"/>
                  </a:lnTo>
                  <a:lnTo>
                    <a:pt x="867" y="158"/>
                  </a:lnTo>
                  <a:lnTo>
                    <a:pt x="868" y="175"/>
                  </a:lnTo>
                  <a:lnTo>
                    <a:pt x="868" y="175"/>
                  </a:lnTo>
                  <a:close/>
                  <a:moveTo>
                    <a:pt x="41" y="896"/>
                  </a:moveTo>
                  <a:lnTo>
                    <a:pt x="47" y="902"/>
                  </a:lnTo>
                  <a:lnTo>
                    <a:pt x="40" y="904"/>
                  </a:lnTo>
                  <a:lnTo>
                    <a:pt x="41" y="896"/>
                  </a:lnTo>
                  <a:lnTo>
                    <a:pt x="41" y="896"/>
                  </a:lnTo>
                  <a:close/>
                  <a:moveTo>
                    <a:pt x="21" y="850"/>
                  </a:moveTo>
                  <a:lnTo>
                    <a:pt x="21" y="850"/>
                  </a:lnTo>
                  <a:lnTo>
                    <a:pt x="26" y="849"/>
                  </a:lnTo>
                  <a:lnTo>
                    <a:pt x="31" y="853"/>
                  </a:lnTo>
                  <a:lnTo>
                    <a:pt x="28" y="858"/>
                  </a:lnTo>
                  <a:lnTo>
                    <a:pt x="21" y="850"/>
                  </a:lnTo>
                  <a:lnTo>
                    <a:pt x="21" y="850"/>
                  </a:lnTo>
                  <a:close/>
                  <a:moveTo>
                    <a:pt x="37" y="833"/>
                  </a:moveTo>
                  <a:lnTo>
                    <a:pt x="37" y="840"/>
                  </a:lnTo>
                  <a:lnTo>
                    <a:pt x="33" y="841"/>
                  </a:lnTo>
                  <a:lnTo>
                    <a:pt x="37" y="833"/>
                  </a:lnTo>
                  <a:lnTo>
                    <a:pt x="37" y="833"/>
                  </a:lnTo>
                  <a:close/>
                  <a:moveTo>
                    <a:pt x="28" y="829"/>
                  </a:moveTo>
                  <a:lnTo>
                    <a:pt x="27" y="836"/>
                  </a:lnTo>
                  <a:lnTo>
                    <a:pt x="21" y="835"/>
                  </a:lnTo>
                  <a:lnTo>
                    <a:pt x="28" y="829"/>
                  </a:lnTo>
                  <a:lnTo>
                    <a:pt x="28" y="829"/>
                  </a:lnTo>
                  <a:close/>
                  <a:moveTo>
                    <a:pt x="12" y="798"/>
                  </a:moveTo>
                  <a:lnTo>
                    <a:pt x="6" y="794"/>
                  </a:lnTo>
                  <a:lnTo>
                    <a:pt x="12" y="789"/>
                  </a:lnTo>
                  <a:lnTo>
                    <a:pt x="12" y="789"/>
                  </a:lnTo>
                  <a:lnTo>
                    <a:pt x="12" y="798"/>
                  </a:lnTo>
                  <a:lnTo>
                    <a:pt x="12" y="798"/>
                  </a:lnTo>
                  <a:close/>
                  <a:moveTo>
                    <a:pt x="10" y="804"/>
                  </a:moveTo>
                  <a:lnTo>
                    <a:pt x="16" y="805"/>
                  </a:lnTo>
                  <a:lnTo>
                    <a:pt x="12" y="809"/>
                  </a:lnTo>
                  <a:lnTo>
                    <a:pt x="10" y="804"/>
                  </a:lnTo>
                  <a:lnTo>
                    <a:pt x="10" y="804"/>
                  </a:lnTo>
                  <a:close/>
                  <a:moveTo>
                    <a:pt x="26" y="812"/>
                  </a:moveTo>
                  <a:lnTo>
                    <a:pt x="26" y="812"/>
                  </a:lnTo>
                  <a:lnTo>
                    <a:pt x="33" y="821"/>
                  </a:lnTo>
                  <a:lnTo>
                    <a:pt x="31" y="828"/>
                  </a:lnTo>
                  <a:lnTo>
                    <a:pt x="26" y="812"/>
                  </a:lnTo>
                  <a:lnTo>
                    <a:pt x="26" y="812"/>
                  </a:lnTo>
                  <a:close/>
                  <a:moveTo>
                    <a:pt x="14" y="822"/>
                  </a:moveTo>
                  <a:lnTo>
                    <a:pt x="8" y="816"/>
                  </a:lnTo>
                  <a:lnTo>
                    <a:pt x="16" y="814"/>
                  </a:lnTo>
                  <a:lnTo>
                    <a:pt x="14" y="822"/>
                  </a:lnTo>
                  <a:lnTo>
                    <a:pt x="14" y="822"/>
                  </a:lnTo>
                  <a:close/>
                  <a:moveTo>
                    <a:pt x="8" y="775"/>
                  </a:moveTo>
                  <a:lnTo>
                    <a:pt x="0" y="780"/>
                  </a:lnTo>
                  <a:lnTo>
                    <a:pt x="5" y="782"/>
                  </a:lnTo>
                  <a:lnTo>
                    <a:pt x="10" y="778"/>
                  </a:lnTo>
                  <a:lnTo>
                    <a:pt x="8" y="775"/>
                  </a:lnTo>
                  <a:lnTo>
                    <a:pt x="8" y="775"/>
                  </a:lnTo>
                  <a:close/>
                  <a:moveTo>
                    <a:pt x="4" y="717"/>
                  </a:moveTo>
                  <a:lnTo>
                    <a:pt x="15" y="720"/>
                  </a:lnTo>
                  <a:lnTo>
                    <a:pt x="6" y="723"/>
                  </a:lnTo>
                  <a:lnTo>
                    <a:pt x="4" y="717"/>
                  </a:lnTo>
                  <a:lnTo>
                    <a:pt x="4" y="717"/>
                  </a:lnTo>
                  <a:close/>
                  <a:moveTo>
                    <a:pt x="8" y="702"/>
                  </a:moveTo>
                  <a:lnTo>
                    <a:pt x="16" y="707"/>
                  </a:lnTo>
                  <a:lnTo>
                    <a:pt x="11" y="712"/>
                  </a:lnTo>
                  <a:lnTo>
                    <a:pt x="8" y="702"/>
                  </a:lnTo>
                  <a:lnTo>
                    <a:pt x="8" y="702"/>
                  </a:lnTo>
                  <a:close/>
                  <a:moveTo>
                    <a:pt x="33" y="685"/>
                  </a:moveTo>
                  <a:lnTo>
                    <a:pt x="35" y="691"/>
                  </a:lnTo>
                  <a:lnTo>
                    <a:pt x="27" y="693"/>
                  </a:lnTo>
                  <a:lnTo>
                    <a:pt x="33" y="685"/>
                  </a:lnTo>
                  <a:lnTo>
                    <a:pt x="33" y="685"/>
                  </a:lnTo>
                  <a:close/>
                  <a:moveTo>
                    <a:pt x="41" y="681"/>
                  </a:moveTo>
                  <a:lnTo>
                    <a:pt x="49" y="682"/>
                  </a:lnTo>
                  <a:lnTo>
                    <a:pt x="51" y="687"/>
                  </a:lnTo>
                  <a:lnTo>
                    <a:pt x="41" y="691"/>
                  </a:lnTo>
                  <a:lnTo>
                    <a:pt x="41" y="681"/>
                  </a:lnTo>
                  <a:lnTo>
                    <a:pt x="41" y="681"/>
                  </a:lnTo>
                  <a:close/>
                  <a:moveTo>
                    <a:pt x="124" y="629"/>
                  </a:moveTo>
                  <a:lnTo>
                    <a:pt x="124" y="629"/>
                  </a:lnTo>
                  <a:lnTo>
                    <a:pt x="131" y="620"/>
                  </a:lnTo>
                  <a:lnTo>
                    <a:pt x="133" y="630"/>
                  </a:lnTo>
                  <a:lnTo>
                    <a:pt x="128" y="633"/>
                  </a:lnTo>
                  <a:lnTo>
                    <a:pt x="124" y="629"/>
                  </a:lnTo>
                  <a:lnTo>
                    <a:pt x="124" y="629"/>
                  </a:lnTo>
                  <a:close/>
                  <a:moveTo>
                    <a:pt x="126" y="615"/>
                  </a:moveTo>
                  <a:lnTo>
                    <a:pt x="126" y="615"/>
                  </a:lnTo>
                  <a:lnTo>
                    <a:pt x="122" y="618"/>
                  </a:lnTo>
                  <a:lnTo>
                    <a:pt x="114" y="609"/>
                  </a:lnTo>
                  <a:lnTo>
                    <a:pt x="124" y="609"/>
                  </a:lnTo>
                  <a:lnTo>
                    <a:pt x="126" y="615"/>
                  </a:lnTo>
                  <a:lnTo>
                    <a:pt x="126" y="615"/>
                  </a:lnTo>
                  <a:close/>
                  <a:moveTo>
                    <a:pt x="134" y="597"/>
                  </a:moveTo>
                  <a:lnTo>
                    <a:pt x="149" y="586"/>
                  </a:lnTo>
                  <a:lnTo>
                    <a:pt x="155" y="591"/>
                  </a:lnTo>
                  <a:lnTo>
                    <a:pt x="145" y="597"/>
                  </a:lnTo>
                  <a:lnTo>
                    <a:pt x="134" y="597"/>
                  </a:lnTo>
                  <a:lnTo>
                    <a:pt x="134" y="597"/>
                  </a:lnTo>
                  <a:close/>
                  <a:moveTo>
                    <a:pt x="137" y="613"/>
                  </a:moveTo>
                  <a:lnTo>
                    <a:pt x="143" y="603"/>
                  </a:lnTo>
                  <a:lnTo>
                    <a:pt x="151" y="603"/>
                  </a:lnTo>
                  <a:lnTo>
                    <a:pt x="154" y="600"/>
                  </a:lnTo>
                  <a:lnTo>
                    <a:pt x="161" y="598"/>
                  </a:lnTo>
                  <a:lnTo>
                    <a:pt x="166" y="603"/>
                  </a:lnTo>
                  <a:lnTo>
                    <a:pt x="160" y="610"/>
                  </a:lnTo>
                  <a:lnTo>
                    <a:pt x="149" y="610"/>
                  </a:lnTo>
                  <a:lnTo>
                    <a:pt x="143" y="613"/>
                  </a:lnTo>
                  <a:lnTo>
                    <a:pt x="137" y="613"/>
                  </a:lnTo>
                  <a:lnTo>
                    <a:pt x="137" y="613"/>
                  </a:lnTo>
                  <a:close/>
                  <a:moveTo>
                    <a:pt x="257" y="496"/>
                  </a:moveTo>
                  <a:lnTo>
                    <a:pt x="259" y="490"/>
                  </a:lnTo>
                  <a:lnTo>
                    <a:pt x="271" y="487"/>
                  </a:lnTo>
                  <a:lnTo>
                    <a:pt x="261" y="498"/>
                  </a:lnTo>
                  <a:lnTo>
                    <a:pt x="257" y="496"/>
                  </a:lnTo>
                  <a:lnTo>
                    <a:pt x="257" y="496"/>
                  </a:lnTo>
                  <a:close/>
                  <a:moveTo>
                    <a:pt x="247" y="515"/>
                  </a:moveTo>
                  <a:lnTo>
                    <a:pt x="243" y="510"/>
                  </a:lnTo>
                  <a:lnTo>
                    <a:pt x="235" y="510"/>
                  </a:lnTo>
                  <a:lnTo>
                    <a:pt x="242" y="504"/>
                  </a:lnTo>
                  <a:lnTo>
                    <a:pt x="255" y="502"/>
                  </a:lnTo>
                  <a:lnTo>
                    <a:pt x="261" y="499"/>
                  </a:lnTo>
                  <a:lnTo>
                    <a:pt x="251" y="511"/>
                  </a:lnTo>
                  <a:lnTo>
                    <a:pt x="247" y="515"/>
                  </a:lnTo>
                  <a:lnTo>
                    <a:pt x="247" y="515"/>
                  </a:lnTo>
                  <a:close/>
                  <a:moveTo>
                    <a:pt x="269" y="445"/>
                  </a:moveTo>
                  <a:lnTo>
                    <a:pt x="272" y="447"/>
                  </a:lnTo>
                  <a:lnTo>
                    <a:pt x="273" y="452"/>
                  </a:lnTo>
                  <a:lnTo>
                    <a:pt x="269" y="456"/>
                  </a:lnTo>
                  <a:lnTo>
                    <a:pt x="264" y="452"/>
                  </a:lnTo>
                  <a:lnTo>
                    <a:pt x="269" y="445"/>
                  </a:lnTo>
                  <a:lnTo>
                    <a:pt x="269" y="445"/>
                  </a:lnTo>
                  <a:close/>
                  <a:moveTo>
                    <a:pt x="286" y="429"/>
                  </a:moveTo>
                  <a:lnTo>
                    <a:pt x="290" y="425"/>
                  </a:lnTo>
                  <a:lnTo>
                    <a:pt x="299" y="427"/>
                  </a:lnTo>
                  <a:lnTo>
                    <a:pt x="288" y="434"/>
                  </a:lnTo>
                  <a:lnTo>
                    <a:pt x="286" y="429"/>
                  </a:lnTo>
                  <a:lnTo>
                    <a:pt x="286" y="429"/>
                  </a:lnTo>
                  <a:close/>
                  <a:moveTo>
                    <a:pt x="281" y="415"/>
                  </a:moveTo>
                  <a:lnTo>
                    <a:pt x="289" y="406"/>
                  </a:lnTo>
                  <a:lnTo>
                    <a:pt x="290" y="415"/>
                  </a:lnTo>
                  <a:lnTo>
                    <a:pt x="283" y="425"/>
                  </a:lnTo>
                  <a:lnTo>
                    <a:pt x="281" y="415"/>
                  </a:lnTo>
                  <a:lnTo>
                    <a:pt x="281" y="415"/>
                  </a:lnTo>
                  <a:close/>
                  <a:moveTo>
                    <a:pt x="338" y="340"/>
                  </a:moveTo>
                  <a:lnTo>
                    <a:pt x="340" y="336"/>
                  </a:lnTo>
                  <a:lnTo>
                    <a:pt x="345" y="336"/>
                  </a:lnTo>
                  <a:lnTo>
                    <a:pt x="341" y="343"/>
                  </a:lnTo>
                  <a:lnTo>
                    <a:pt x="338" y="340"/>
                  </a:lnTo>
                  <a:lnTo>
                    <a:pt x="338" y="340"/>
                  </a:lnTo>
                  <a:close/>
                  <a:moveTo>
                    <a:pt x="282" y="297"/>
                  </a:moveTo>
                  <a:lnTo>
                    <a:pt x="286" y="301"/>
                  </a:lnTo>
                  <a:lnTo>
                    <a:pt x="283" y="306"/>
                  </a:lnTo>
                  <a:lnTo>
                    <a:pt x="278" y="303"/>
                  </a:lnTo>
                  <a:lnTo>
                    <a:pt x="282" y="297"/>
                  </a:lnTo>
                  <a:lnTo>
                    <a:pt x="282" y="297"/>
                  </a:lnTo>
                  <a:close/>
                  <a:moveTo>
                    <a:pt x="298" y="276"/>
                  </a:moveTo>
                  <a:lnTo>
                    <a:pt x="287" y="285"/>
                  </a:lnTo>
                  <a:lnTo>
                    <a:pt x="287" y="277"/>
                  </a:lnTo>
                  <a:lnTo>
                    <a:pt x="295" y="265"/>
                  </a:lnTo>
                  <a:lnTo>
                    <a:pt x="298" y="276"/>
                  </a:lnTo>
                  <a:lnTo>
                    <a:pt x="298" y="276"/>
                  </a:lnTo>
                  <a:close/>
                  <a:moveTo>
                    <a:pt x="304" y="270"/>
                  </a:moveTo>
                  <a:lnTo>
                    <a:pt x="300" y="265"/>
                  </a:lnTo>
                  <a:lnTo>
                    <a:pt x="304" y="261"/>
                  </a:lnTo>
                  <a:lnTo>
                    <a:pt x="309" y="264"/>
                  </a:lnTo>
                  <a:lnTo>
                    <a:pt x="304" y="270"/>
                  </a:lnTo>
                  <a:lnTo>
                    <a:pt x="304" y="270"/>
                  </a:lnTo>
                  <a:close/>
                  <a:moveTo>
                    <a:pt x="330" y="251"/>
                  </a:moveTo>
                  <a:lnTo>
                    <a:pt x="329" y="259"/>
                  </a:lnTo>
                  <a:lnTo>
                    <a:pt x="313" y="270"/>
                  </a:lnTo>
                  <a:lnTo>
                    <a:pt x="316" y="255"/>
                  </a:lnTo>
                  <a:lnTo>
                    <a:pt x="330" y="251"/>
                  </a:lnTo>
                  <a:lnTo>
                    <a:pt x="330" y="251"/>
                  </a:lnTo>
                  <a:close/>
                  <a:moveTo>
                    <a:pt x="346" y="233"/>
                  </a:moveTo>
                  <a:lnTo>
                    <a:pt x="351" y="226"/>
                  </a:lnTo>
                  <a:lnTo>
                    <a:pt x="358" y="232"/>
                  </a:lnTo>
                  <a:lnTo>
                    <a:pt x="346" y="233"/>
                  </a:lnTo>
                  <a:lnTo>
                    <a:pt x="346" y="233"/>
                  </a:lnTo>
                  <a:close/>
                  <a:moveTo>
                    <a:pt x="357" y="237"/>
                  </a:moveTo>
                  <a:lnTo>
                    <a:pt x="357" y="253"/>
                  </a:lnTo>
                  <a:lnTo>
                    <a:pt x="347" y="249"/>
                  </a:lnTo>
                  <a:lnTo>
                    <a:pt x="335" y="256"/>
                  </a:lnTo>
                  <a:lnTo>
                    <a:pt x="336" y="248"/>
                  </a:lnTo>
                  <a:lnTo>
                    <a:pt x="357" y="237"/>
                  </a:lnTo>
                  <a:lnTo>
                    <a:pt x="357" y="237"/>
                  </a:lnTo>
                  <a:close/>
                  <a:moveTo>
                    <a:pt x="363" y="196"/>
                  </a:moveTo>
                  <a:lnTo>
                    <a:pt x="367" y="207"/>
                  </a:lnTo>
                  <a:lnTo>
                    <a:pt x="367" y="221"/>
                  </a:lnTo>
                  <a:lnTo>
                    <a:pt x="354" y="224"/>
                  </a:lnTo>
                  <a:lnTo>
                    <a:pt x="350" y="220"/>
                  </a:lnTo>
                  <a:lnTo>
                    <a:pt x="361" y="213"/>
                  </a:lnTo>
                  <a:lnTo>
                    <a:pt x="354" y="213"/>
                  </a:lnTo>
                  <a:lnTo>
                    <a:pt x="342" y="221"/>
                  </a:lnTo>
                  <a:lnTo>
                    <a:pt x="339" y="215"/>
                  </a:lnTo>
                  <a:lnTo>
                    <a:pt x="342" y="208"/>
                  </a:lnTo>
                  <a:lnTo>
                    <a:pt x="351" y="209"/>
                  </a:lnTo>
                  <a:lnTo>
                    <a:pt x="359" y="201"/>
                  </a:lnTo>
                  <a:lnTo>
                    <a:pt x="357" y="197"/>
                  </a:lnTo>
                  <a:lnTo>
                    <a:pt x="363" y="196"/>
                  </a:lnTo>
                  <a:lnTo>
                    <a:pt x="363" y="196"/>
                  </a:lnTo>
                  <a:close/>
                  <a:moveTo>
                    <a:pt x="374" y="201"/>
                  </a:moveTo>
                  <a:lnTo>
                    <a:pt x="369" y="198"/>
                  </a:lnTo>
                  <a:lnTo>
                    <a:pt x="369" y="186"/>
                  </a:lnTo>
                  <a:lnTo>
                    <a:pt x="381" y="176"/>
                  </a:lnTo>
                  <a:lnTo>
                    <a:pt x="382" y="169"/>
                  </a:lnTo>
                  <a:lnTo>
                    <a:pt x="394" y="166"/>
                  </a:lnTo>
                  <a:lnTo>
                    <a:pt x="396" y="173"/>
                  </a:lnTo>
                  <a:lnTo>
                    <a:pt x="386" y="179"/>
                  </a:lnTo>
                  <a:lnTo>
                    <a:pt x="386" y="187"/>
                  </a:lnTo>
                  <a:lnTo>
                    <a:pt x="374" y="201"/>
                  </a:lnTo>
                  <a:lnTo>
                    <a:pt x="374" y="201"/>
                  </a:lnTo>
                  <a:close/>
                  <a:moveTo>
                    <a:pt x="404" y="205"/>
                  </a:moveTo>
                  <a:lnTo>
                    <a:pt x="415" y="215"/>
                  </a:lnTo>
                  <a:lnTo>
                    <a:pt x="399" y="231"/>
                  </a:lnTo>
                  <a:lnTo>
                    <a:pt x="390" y="237"/>
                  </a:lnTo>
                  <a:lnTo>
                    <a:pt x="386" y="243"/>
                  </a:lnTo>
                  <a:lnTo>
                    <a:pt x="379" y="241"/>
                  </a:lnTo>
                  <a:lnTo>
                    <a:pt x="380" y="233"/>
                  </a:lnTo>
                  <a:lnTo>
                    <a:pt x="369" y="245"/>
                  </a:lnTo>
                  <a:lnTo>
                    <a:pt x="364" y="245"/>
                  </a:lnTo>
                  <a:lnTo>
                    <a:pt x="365" y="236"/>
                  </a:lnTo>
                  <a:lnTo>
                    <a:pt x="370" y="233"/>
                  </a:lnTo>
                  <a:lnTo>
                    <a:pt x="369" y="226"/>
                  </a:lnTo>
                  <a:lnTo>
                    <a:pt x="375" y="219"/>
                  </a:lnTo>
                  <a:lnTo>
                    <a:pt x="375" y="212"/>
                  </a:lnTo>
                  <a:lnTo>
                    <a:pt x="386" y="196"/>
                  </a:lnTo>
                  <a:lnTo>
                    <a:pt x="380" y="218"/>
                  </a:lnTo>
                  <a:lnTo>
                    <a:pt x="382" y="226"/>
                  </a:lnTo>
                  <a:lnTo>
                    <a:pt x="388" y="215"/>
                  </a:lnTo>
                  <a:lnTo>
                    <a:pt x="404" y="214"/>
                  </a:lnTo>
                  <a:lnTo>
                    <a:pt x="398" y="208"/>
                  </a:lnTo>
                  <a:lnTo>
                    <a:pt x="398" y="202"/>
                  </a:lnTo>
                  <a:lnTo>
                    <a:pt x="404" y="205"/>
                  </a:lnTo>
                  <a:lnTo>
                    <a:pt x="404" y="205"/>
                  </a:lnTo>
                  <a:close/>
                  <a:moveTo>
                    <a:pt x="403" y="196"/>
                  </a:moveTo>
                  <a:lnTo>
                    <a:pt x="399" y="193"/>
                  </a:lnTo>
                  <a:lnTo>
                    <a:pt x="406" y="191"/>
                  </a:lnTo>
                  <a:lnTo>
                    <a:pt x="415" y="196"/>
                  </a:lnTo>
                  <a:lnTo>
                    <a:pt x="415" y="202"/>
                  </a:lnTo>
                  <a:lnTo>
                    <a:pt x="403" y="196"/>
                  </a:lnTo>
                  <a:lnTo>
                    <a:pt x="403" y="196"/>
                  </a:lnTo>
                  <a:close/>
                  <a:moveTo>
                    <a:pt x="427" y="209"/>
                  </a:moveTo>
                  <a:lnTo>
                    <a:pt x="431" y="198"/>
                  </a:lnTo>
                  <a:lnTo>
                    <a:pt x="435" y="205"/>
                  </a:lnTo>
                  <a:lnTo>
                    <a:pt x="427" y="209"/>
                  </a:lnTo>
                  <a:lnTo>
                    <a:pt x="427" y="209"/>
                  </a:lnTo>
                  <a:close/>
                  <a:moveTo>
                    <a:pt x="458" y="164"/>
                  </a:moveTo>
                  <a:lnTo>
                    <a:pt x="457" y="168"/>
                  </a:lnTo>
                  <a:lnTo>
                    <a:pt x="458" y="175"/>
                  </a:lnTo>
                  <a:lnTo>
                    <a:pt x="449" y="178"/>
                  </a:lnTo>
                  <a:lnTo>
                    <a:pt x="445" y="183"/>
                  </a:lnTo>
                  <a:lnTo>
                    <a:pt x="435" y="181"/>
                  </a:lnTo>
                  <a:lnTo>
                    <a:pt x="433" y="191"/>
                  </a:lnTo>
                  <a:lnTo>
                    <a:pt x="428" y="191"/>
                  </a:lnTo>
                  <a:lnTo>
                    <a:pt x="428" y="184"/>
                  </a:lnTo>
                  <a:lnTo>
                    <a:pt x="421" y="183"/>
                  </a:lnTo>
                  <a:lnTo>
                    <a:pt x="428" y="174"/>
                  </a:lnTo>
                  <a:lnTo>
                    <a:pt x="419" y="173"/>
                  </a:lnTo>
                  <a:lnTo>
                    <a:pt x="423" y="163"/>
                  </a:lnTo>
                  <a:lnTo>
                    <a:pt x="434" y="163"/>
                  </a:lnTo>
                  <a:lnTo>
                    <a:pt x="423" y="158"/>
                  </a:lnTo>
                  <a:lnTo>
                    <a:pt x="429" y="149"/>
                  </a:lnTo>
                  <a:lnTo>
                    <a:pt x="437" y="154"/>
                  </a:lnTo>
                  <a:lnTo>
                    <a:pt x="434" y="145"/>
                  </a:lnTo>
                  <a:lnTo>
                    <a:pt x="449" y="146"/>
                  </a:lnTo>
                  <a:lnTo>
                    <a:pt x="450" y="152"/>
                  </a:lnTo>
                  <a:lnTo>
                    <a:pt x="456" y="155"/>
                  </a:lnTo>
                  <a:lnTo>
                    <a:pt x="458" y="164"/>
                  </a:lnTo>
                  <a:lnTo>
                    <a:pt x="458" y="164"/>
                  </a:lnTo>
                  <a:close/>
                  <a:moveTo>
                    <a:pt x="458" y="140"/>
                  </a:moveTo>
                  <a:lnTo>
                    <a:pt x="471" y="139"/>
                  </a:lnTo>
                  <a:lnTo>
                    <a:pt x="472" y="133"/>
                  </a:lnTo>
                  <a:lnTo>
                    <a:pt x="483" y="133"/>
                  </a:lnTo>
                  <a:lnTo>
                    <a:pt x="487" y="126"/>
                  </a:lnTo>
                  <a:lnTo>
                    <a:pt x="493" y="134"/>
                  </a:lnTo>
                  <a:lnTo>
                    <a:pt x="487" y="141"/>
                  </a:lnTo>
                  <a:lnTo>
                    <a:pt x="487" y="147"/>
                  </a:lnTo>
                  <a:lnTo>
                    <a:pt x="477" y="147"/>
                  </a:lnTo>
                  <a:lnTo>
                    <a:pt x="468" y="150"/>
                  </a:lnTo>
                  <a:lnTo>
                    <a:pt x="458" y="140"/>
                  </a:lnTo>
                  <a:lnTo>
                    <a:pt x="458" y="140"/>
                  </a:lnTo>
                  <a:close/>
                  <a:moveTo>
                    <a:pt x="496" y="93"/>
                  </a:moveTo>
                  <a:lnTo>
                    <a:pt x="493" y="88"/>
                  </a:lnTo>
                  <a:lnTo>
                    <a:pt x="502" y="86"/>
                  </a:lnTo>
                  <a:lnTo>
                    <a:pt x="496" y="93"/>
                  </a:lnTo>
                  <a:lnTo>
                    <a:pt x="496" y="93"/>
                  </a:lnTo>
                  <a:close/>
                  <a:moveTo>
                    <a:pt x="479" y="110"/>
                  </a:moveTo>
                  <a:lnTo>
                    <a:pt x="480" y="100"/>
                  </a:lnTo>
                  <a:lnTo>
                    <a:pt x="492" y="97"/>
                  </a:lnTo>
                  <a:lnTo>
                    <a:pt x="491" y="103"/>
                  </a:lnTo>
                  <a:lnTo>
                    <a:pt x="491" y="103"/>
                  </a:lnTo>
                  <a:lnTo>
                    <a:pt x="479" y="110"/>
                  </a:lnTo>
                  <a:lnTo>
                    <a:pt x="479" y="110"/>
                  </a:lnTo>
                  <a:close/>
                  <a:moveTo>
                    <a:pt x="509" y="125"/>
                  </a:moveTo>
                  <a:lnTo>
                    <a:pt x="513" y="114"/>
                  </a:lnTo>
                  <a:lnTo>
                    <a:pt x="516" y="121"/>
                  </a:lnTo>
                  <a:lnTo>
                    <a:pt x="509" y="125"/>
                  </a:lnTo>
                  <a:lnTo>
                    <a:pt x="509" y="125"/>
                  </a:lnTo>
                  <a:close/>
                  <a:moveTo>
                    <a:pt x="506" y="122"/>
                  </a:moveTo>
                  <a:lnTo>
                    <a:pt x="502" y="126"/>
                  </a:lnTo>
                  <a:lnTo>
                    <a:pt x="496" y="126"/>
                  </a:lnTo>
                  <a:lnTo>
                    <a:pt x="485" y="115"/>
                  </a:lnTo>
                  <a:lnTo>
                    <a:pt x="498" y="104"/>
                  </a:lnTo>
                  <a:lnTo>
                    <a:pt x="502" y="109"/>
                  </a:lnTo>
                  <a:lnTo>
                    <a:pt x="510" y="108"/>
                  </a:lnTo>
                  <a:lnTo>
                    <a:pt x="512" y="110"/>
                  </a:lnTo>
                  <a:lnTo>
                    <a:pt x="504" y="115"/>
                  </a:lnTo>
                  <a:lnTo>
                    <a:pt x="506" y="122"/>
                  </a:lnTo>
                  <a:lnTo>
                    <a:pt x="506" y="122"/>
                  </a:lnTo>
                  <a:close/>
                  <a:moveTo>
                    <a:pt x="530" y="103"/>
                  </a:moveTo>
                  <a:lnTo>
                    <a:pt x="525" y="105"/>
                  </a:lnTo>
                  <a:lnTo>
                    <a:pt x="515" y="102"/>
                  </a:lnTo>
                  <a:lnTo>
                    <a:pt x="514" y="94"/>
                  </a:lnTo>
                  <a:lnTo>
                    <a:pt x="512" y="83"/>
                  </a:lnTo>
                  <a:lnTo>
                    <a:pt x="516" y="80"/>
                  </a:lnTo>
                  <a:lnTo>
                    <a:pt x="519" y="92"/>
                  </a:lnTo>
                  <a:lnTo>
                    <a:pt x="527" y="98"/>
                  </a:lnTo>
                  <a:lnTo>
                    <a:pt x="530" y="103"/>
                  </a:lnTo>
                  <a:lnTo>
                    <a:pt x="530" y="103"/>
                  </a:lnTo>
                  <a:close/>
                  <a:moveTo>
                    <a:pt x="555" y="115"/>
                  </a:moveTo>
                  <a:lnTo>
                    <a:pt x="549" y="109"/>
                  </a:lnTo>
                  <a:lnTo>
                    <a:pt x="543" y="106"/>
                  </a:lnTo>
                  <a:lnTo>
                    <a:pt x="542" y="92"/>
                  </a:lnTo>
                  <a:lnTo>
                    <a:pt x="548" y="87"/>
                  </a:lnTo>
                  <a:lnTo>
                    <a:pt x="558" y="93"/>
                  </a:lnTo>
                  <a:lnTo>
                    <a:pt x="554" y="102"/>
                  </a:lnTo>
                  <a:lnTo>
                    <a:pt x="559" y="108"/>
                  </a:lnTo>
                  <a:lnTo>
                    <a:pt x="555" y="115"/>
                  </a:lnTo>
                  <a:lnTo>
                    <a:pt x="555" y="115"/>
                  </a:lnTo>
                  <a:close/>
                  <a:moveTo>
                    <a:pt x="624" y="83"/>
                  </a:moveTo>
                  <a:lnTo>
                    <a:pt x="614" y="80"/>
                  </a:lnTo>
                  <a:lnTo>
                    <a:pt x="605" y="76"/>
                  </a:lnTo>
                  <a:lnTo>
                    <a:pt x="612" y="71"/>
                  </a:lnTo>
                  <a:lnTo>
                    <a:pt x="622" y="71"/>
                  </a:lnTo>
                  <a:lnTo>
                    <a:pt x="625" y="76"/>
                  </a:lnTo>
                  <a:lnTo>
                    <a:pt x="624" y="83"/>
                  </a:lnTo>
                  <a:lnTo>
                    <a:pt x="624" y="83"/>
                  </a:lnTo>
                  <a:close/>
                  <a:moveTo>
                    <a:pt x="636" y="77"/>
                  </a:moveTo>
                  <a:lnTo>
                    <a:pt x="625" y="65"/>
                  </a:lnTo>
                  <a:lnTo>
                    <a:pt x="642" y="52"/>
                  </a:lnTo>
                  <a:lnTo>
                    <a:pt x="645" y="62"/>
                  </a:lnTo>
                  <a:lnTo>
                    <a:pt x="637" y="70"/>
                  </a:lnTo>
                  <a:lnTo>
                    <a:pt x="636" y="77"/>
                  </a:lnTo>
                  <a:lnTo>
                    <a:pt x="636" y="77"/>
                  </a:lnTo>
                  <a:close/>
                  <a:moveTo>
                    <a:pt x="616" y="62"/>
                  </a:moveTo>
                  <a:lnTo>
                    <a:pt x="610" y="63"/>
                  </a:lnTo>
                  <a:lnTo>
                    <a:pt x="595" y="58"/>
                  </a:lnTo>
                  <a:lnTo>
                    <a:pt x="591" y="50"/>
                  </a:lnTo>
                  <a:lnTo>
                    <a:pt x="600" y="52"/>
                  </a:lnTo>
                  <a:lnTo>
                    <a:pt x="607" y="46"/>
                  </a:lnTo>
                  <a:lnTo>
                    <a:pt x="613" y="52"/>
                  </a:lnTo>
                  <a:lnTo>
                    <a:pt x="618" y="44"/>
                  </a:lnTo>
                  <a:lnTo>
                    <a:pt x="623" y="46"/>
                  </a:lnTo>
                  <a:lnTo>
                    <a:pt x="637" y="34"/>
                  </a:lnTo>
                  <a:lnTo>
                    <a:pt x="640" y="40"/>
                  </a:lnTo>
                  <a:lnTo>
                    <a:pt x="616" y="62"/>
                  </a:lnTo>
                  <a:lnTo>
                    <a:pt x="616" y="62"/>
                  </a:lnTo>
                  <a:close/>
                  <a:moveTo>
                    <a:pt x="645" y="45"/>
                  </a:moveTo>
                  <a:lnTo>
                    <a:pt x="645" y="45"/>
                  </a:lnTo>
                  <a:lnTo>
                    <a:pt x="657" y="40"/>
                  </a:lnTo>
                  <a:lnTo>
                    <a:pt x="668" y="47"/>
                  </a:lnTo>
                  <a:lnTo>
                    <a:pt x="665" y="54"/>
                  </a:lnTo>
                  <a:lnTo>
                    <a:pt x="652" y="58"/>
                  </a:lnTo>
                  <a:lnTo>
                    <a:pt x="652" y="51"/>
                  </a:lnTo>
                  <a:lnTo>
                    <a:pt x="645" y="45"/>
                  </a:lnTo>
                  <a:lnTo>
                    <a:pt x="645" y="45"/>
                  </a:lnTo>
                  <a:close/>
                  <a:moveTo>
                    <a:pt x="669" y="24"/>
                  </a:moveTo>
                  <a:lnTo>
                    <a:pt x="666" y="28"/>
                  </a:lnTo>
                  <a:lnTo>
                    <a:pt x="663" y="29"/>
                  </a:lnTo>
                  <a:lnTo>
                    <a:pt x="657" y="22"/>
                  </a:lnTo>
                  <a:lnTo>
                    <a:pt x="665" y="19"/>
                  </a:lnTo>
                  <a:lnTo>
                    <a:pt x="669" y="24"/>
                  </a:lnTo>
                  <a:lnTo>
                    <a:pt x="669" y="24"/>
                  </a:lnTo>
                  <a:close/>
                  <a:moveTo>
                    <a:pt x="689" y="11"/>
                  </a:moveTo>
                  <a:lnTo>
                    <a:pt x="683" y="11"/>
                  </a:lnTo>
                  <a:lnTo>
                    <a:pt x="686" y="5"/>
                  </a:lnTo>
                  <a:lnTo>
                    <a:pt x="692" y="5"/>
                  </a:lnTo>
                  <a:lnTo>
                    <a:pt x="689" y="11"/>
                  </a:lnTo>
                  <a:lnTo>
                    <a:pt x="689" y="11"/>
                  </a:lnTo>
                  <a:close/>
                  <a:moveTo>
                    <a:pt x="701" y="16"/>
                  </a:moveTo>
                  <a:lnTo>
                    <a:pt x="703" y="12"/>
                  </a:lnTo>
                  <a:lnTo>
                    <a:pt x="706" y="8"/>
                  </a:lnTo>
                  <a:lnTo>
                    <a:pt x="712" y="11"/>
                  </a:lnTo>
                  <a:lnTo>
                    <a:pt x="716" y="7"/>
                  </a:lnTo>
                  <a:lnTo>
                    <a:pt x="717" y="0"/>
                  </a:lnTo>
                  <a:lnTo>
                    <a:pt x="722" y="5"/>
                  </a:lnTo>
                  <a:lnTo>
                    <a:pt x="730" y="6"/>
                  </a:lnTo>
                  <a:lnTo>
                    <a:pt x="724" y="12"/>
                  </a:lnTo>
                  <a:lnTo>
                    <a:pt x="735" y="13"/>
                  </a:lnTo>
                  <a:lnTo>
                    <a:pt x="730" y="22"/>
                  </a:lnTo>
                  <a:lnTo>
                    <a:pt x="722" y="24"/>
                  </a:lnTo>
                  <a:lnTo>
                    <a:pt x="712" y="17"/>
                  </a:lnTo>
                  <a:lnTo>
                    <a:pt x="701" y="16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ar-SA" sz="3200"/>
            </a:p>
          </p:txBody>
        </p:sp>
        <p:sp>
          <p:nvSpPr>
            <p:cNvPr id="116" name="Freeform 11">
              <a:extLst>
                <a:ext uri="{FF2B5EF4-FFF2-40B4-BE49-F238E27FC236}">
                  <a16:creationId xmlns:a16="http://schemas.microsoft.com/office/drawing/2014/main" id="{46B1B8A6-BAC8-18E7-47D3-8F5BCB2852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36491" y="1778270"/>
              <a:ext cx="927435" cy="1759271"/>
            </a:xfrm>
            <a:custGeom>
              <a:avLst/>
              <a:gdLst/>
              <a:ahLst/>
              <a:cxnLst>
                <a:cxn ang="0">
                  <a:pos x="18" y="677"/>
                </a:cxn>
                <a:cxn ang="0">
                  <a:pos x="47" y="632"/>
                </a:cxn>
                <a:cxn ang="0">
                  <a:pos x="54" y="553"/>
                </a:cxn>
                <a:cxn ang="0">
                  <a:pos x="24" y="459"/>
                </a:cxn>
                <a:cxn ang="0">
                  <a:pos x="69" y="379"/>
                </a:cxn>
                <a:cxn ang="0">
                  <a:pos x="92" y="264"/>
                </a:cxn>
                <a:cxn ang="0">
                  <a:pos x="128" y="211"/>
                </a:cxn>
                <a:cxn ang="0">
                  <a:pos x="147" y="119"/>
                </a:cxn>
                <a:cxn ang="0">
                  <a:pos x="195" y="81"/>
                </a:cxn>
                <a:cxn ang="0">
                  <a:pos x="214" y="57"/>
                </a:cxn>
                <a:cxn ang="0">
                  <a:pos x="270" y="49"/>
                </a:cxn>
                <a:cxn ang="0">
                  <a:pos x="289" y="21"/>
                </a:cxn>
                <a:cxn ang="0">
                  <a:pos x="311" y="8"/>
                </a:cxn>
                <a:cxn ang="0">
                  <a:pos x="390" y="55"/>
                </a:cxn>
                <a:cxn ang="0">
                  <a:pos x="416" y="87"/>
                </a:cxn>
                <a:cxn ang="0">
                  <a:pos x="428" y="144"/>
                </a:cxn>
                <a:cxn ang="0">
                  <a:pos x="436" y="212"/>
                </a:cxn>
                <a:cxn ang="0">
                  <a:pos x="444" y="248"/>
                </a:cxn>
                <a:cxn ang="0">
                  <a:pos x="398" y="250"/>
                </a:cxn>
                <a:cxn ang="0">
                  <a:pos x="366" y="254"/>
                </a:cxn>
                <a:cxn ang="0">
                  <a:pos x="364" y="285"/>
                </a:cxn>
                <a:cxn ang="0">
                  <a:pos x="364" y="295"/>
                </a:cxn>
                <a:cxn ang="0">
                  <a:pos x="365" y="335"/>
                </a:cxn>
                <a:cxn ang="0">
                  <a:pos x="352" y="374"/>
                </a:cxn>
                <a:cxn ang="0">
                  <a:pos x="313" y="411"/>
                </a:cxn>
                <a:cxn ang="0">
                  <a:pos x="285" y="436"/>
                </a:cxn>
                <a:cxn ang="0">
                  <a:pos x="257" y="449"/>
                </a:cxn>
                <a:cxn ang="0">
                  <a:pos x="237" y="484"/>
                </a:cxn>
                <a:cxn ang="0">
                  <a:pos x="225" y="532"/>
                </a:cxn>
                <a:cxn ang="0">
                  <a:pos x="225" y="567"/>
                </a:cxn>
                <a:cxn ang="0">
                  <a:pos x="236" y="603"/>
                </a:cxn>
                <a:cxn ang="0">
                  <a:pos x="278" y="630"/>
                </a:cxn>
                <a:cxn ang="0">
                  <a:pos x="277" y="689"/>
                </a:cxn>
                <a:cxn ang="0">
                  <a:pos x="237" y="680"/>
                </a:cxn>
                <a:cxn ang="0">
                  <a:pos x="197" y="683"/>
                </a:cxn>
                <a:cxn ang="0">
                  <a:pos x="227" y="691"/>
                </a:cxn>
                <a:cxn ang="0">
                  <a:pos x="279" y="701"/>
                </a:cxn>
                <a:cxn ang="0">
                  <a:pos x="254" y="713"/>
                </a:cxn>
                <a:cxn ang="0">
                  <a:pos x="231" y="738"/>
                </a:cxn>
                <a:cxn ang="0">
                  <a:pos x="214" y="756"/>
                </a:cxn>
                <a:cxn ang="0">
                  <a:pos x="218" y="790"/>
                </a:cxn>
                <a:cxn ang="0">
                  <a:pos x="221" y="841"/>
                </a:cxn>
                <a:cxn ang="0">
                  <a:pos x="183" y="893"/>
                </a:cxn>
                <a:cxn ang="0">
                  <a:pos x="134" y="922"/>
                </a:cxn>
                <a:cxn ang="0">
                  <a:pos x="82" y="926"/>
                </a:cxn>
                <a:cxn ang="0">
                  <a:pos x="81" y="876"/>
                </a:cxn>
                <a:cxn ang="0">
                  <a:pos x="39" y="825"/>
                </a:cxn>
                <a:cxn ang="0">
                  <a:pos x="21" y="783"/>
                </a:cxn>
                <a:cxn ang="0">
                  <a:pos x="17" y="764"/>
                </a:cxn>
                <a:cxn ang="0">
                  <a:pos x="1" y="739"/>
                </a:cxn>
                <a:cxn ang="0">
                  <a:pos x="288" y="706"/>
                </a:cxn>
                <a:cxn ang="0">
                  <a:pos x="12" y="776"/>
                </a:cxn>
                <a:cxn ang="0">
                  <a:pos x="322" y="756"/>
                </a:cxn>
                <a:cxn ang="0">
                  <a:pos x="329" y="788"/>
                </a:cxn>
                <a:cxn ang="0">
                  <a:pos x="300" y="849"/>
                </a:cxn>
                <a:cxn ang="0">
                  <a:pos x="318" y="814"/>
                </a:cxn>
                <a:cxn ang="0">
                  <a:pos x="300" y="794"/>
                </a:cxn>
                <a:cxn ang="0">
                  <a:pos x="296" y="836"/>
                </a:cxn>
                <a:cxn ang="0">
                  <a:pos x="222" y="891"/>
                </a:cxn>
                <a:cxn ang="0">
                  <a:pos x="236" y="829"/>
                </a:cxn>
              </a:cxnLst>
              <a:rect l="0" t="0" r="r" b="b"/>
              <a:pathLst>
                <a:path w="458" h="938">
                  <a:moveTo>
                    <a:pt x="7" y="718"/>
                  </a:moveTo>
                  <a:lnTo>
                    <a:pt x="13" y="720"/>
                  </a:lnTo>
                  <a:lnTo>
                    <a:pt x="18" y="729"/>
                  </a:lnTo>
                  <a:lnTo>
                    <a:pt x="23" y="720"/>
                  </a:lnTo>
                  <a:lnTo>
                    <a:pt x="22" y="695"/>
                  </a:lnTo>
                  <a:lnTo>
                    <a:pt x="15" y="684"/>
                  </a:lnTo>
                  <a:lnTo>
                    <a:pt x="18" y="677"/>
                  </a:lnTo>
                  <a:lnTo>
                    <a:pt x="24" y="674"/>
                  </a:lnTo>
                  <a:lnTo>
                    <a:pt x="19" y="666"/>
                  </a:lnTo>
                  <a:lnTo>
                    <a:pt x="23" y="661"/>
                  </a:lnTo>
                  <a:lnTo>
                    <a:pt x="37" y="660"/>
                  </a:lnTo>
                  <a:lnTo>
                    <a:pt x="41" y="652"/>
                  </a:lnTo>
                  <a:lnTo>
                    <a:pt x="40" y="644"/>
                  </a:lnTo>
                  <a:lnTo>
                    <a:pt x="47" y="632"/>
                  </a:lnTo>
                  <a:lnTo>
                    <a:pt x="40" y="623"/>
                  </a:lnTo>
                  <a:lnTo>
                    <a:pt x="37" y="604"/>
                  </a:lnTo>
                  <a:lnTo>
                    <a:pt x="28" y="588"/>
                  </a:lnTo>
                  <a:lnTo>
                    <a:pt x="29" y="582"/>
                  </a:lnTo>
                  <a:lnTo>
                    <a:pt x="50" y="576"/>
                  </a:lnTo>
                  <a:lnTo>
                    <a:pt x="50" y="562"/>
                  </a:lnTo>
                  <a:lnTo>
                    <a:pt x="54" y="553"/>
                  </a:lnTo>
                  <a:lnTo>
                    <a:pt x="39" y="538"/>
                  </a:lnTo>
                  <a:lnTo>
                    <a:pt x="25" y="532"/>
                  </a:lnTo>
                  <a:lnTo>
                    <a:pt x="24" y="516"/>
                  </a:lnTo>
                  <a:lnTo>
                    <a:pt x="28" y="500"/>
                  </a:lnTo>
                  <a:lnTo>
                    <a:pt x="25" y="483"/>
                  </a:lnTo>
                  <a:lnTo>
                    <a:pt x="21" y="472"/>
                  </a:lnTo>
                  <a:lnTo>
                    <a:pt x="24" y="459"/>
                  </a:lnTo>
                  <a:lnTo>
                    <a:pt x="22" y="437"/>
                  </a:lnTo>
                  <a:lnTo>
                    <a:pt x="17" y="417"/>
                  </a:lnTo>
                  <a:lnTo>
                    <a:pt x="21" y="397"/>
                  </a:lnTo>
                  <a:lnTo>
                    <a:pt x="31" y="382"/>
                  </a:lnTo>
                  <a:lnTo>
                    <a:pt x="41" y="376"/>
                  </a:lnTo>
                  <a:lnTo>
                    <a:pt x="53" y="378"/>
                  </a:lnTo>
                  <a:lnTo>
                    <a:pt x="69" y="379"/>
                  </a:lnTo>
                  <a:lnTo>
                    <a:pt x="76" y="370"/>
                  </a:lnTo>
                  <a:lnTo>
                    <a:pt x="75" y="354"/>
                  </a:lnTo>
                  <a:lnTo>
                    <a:pt x="71" y="348"/>
                  </a:lnTo>
                  <a:lnTo>
                    <a:pt x="71" y="337"/>
                  </a:lnTo>
                  <a:lnTo>
                    <a:pt x="87" y="303"/>
                  </a:lnTo>
                  <a:lnTo>
                    <a:pt x="88" y="283"/>
                  </a:lnTo>
                  <a:lnTo>
                    <a:pt x="92" y="264"/>
                  </a:lnTo>
                  <a:lnTo>
                    <a:pt x="97" y="254"/>
                  </a:lnTo>
                  <a:lnTo>
                    <a:pt x="97" y="241"/>
                  </a:lnTo>
                  <a:lnTo>
                    <a:pt x="91" y="235"/>
                  </a:lnTo>
                  <a:lnTo>
                    <a:pt x="91" y="227"/>
                  </a:lnTo>
                  <a:lnTo>
                    <a:pt x="105" y="220"/>
                  </a:lnTo>
                  <a:lnTo>
                    <a:pt x="121" y="216"/>
                  </a:lnTo>
                  <a:lnTo>
                    <a:pt x="128" y="211"/>
                  </a:lnTo>
                  <a:lnTo>
                    <a:pt x="128" y="203"/>
                  </a:lnTo>
                  <a:lnTo>
                    <a:pt x="141" y="182"/>
                  </a:lnTo>
                  <a:lnTo>
                    <a:pt x="154" y="167"/>
                  </a:lnTo>
                  <a:lnTo>
                    <a:pt x="158" y="157"/>
                  </a:lnTo>
                  <a:lnTo>
                    <a:pt x="154" y="145"/>
                  </a:lnTo>
                  <a:lnTo>
                    <a:pt x="149" y="139"/>
                  </a:lnTo>
                  <a:lnTo>
                    <a:pt x="147" y="119"/>
                  </a:lnTo>
                  <a:lnTo>
                    <a:pt x="154" y="117"/>
                  </a:lnTo>
                  <a:lnTo>
                    <a:pt x="160" y="110"/>
                  </a:lnTo>
                  <a:lnTo>
                    <a:pt x="162" y="100"/>
                  </a:lnTo>
                  <a:lnTo>
                    <a:pt x="168" y="96"/>
                  </a:lnTo>
                  <a:lnTo>
                    <a:pt x="175" y="83"/>
                  </a:lnTo>
                  <a:lnTo>
                    <a:pt x="185" y="77"/>
                  </a:lnTo>
                  <a:lnTo>
                    <a:pt x="195" y="81"/>
                  </a:lnTo>
                  <a:lnTo>
                    <a:pt x="199" y="86"/>
                  </a:lnTo>
                  <a:lnTo>
                    <a:pt x="206" y="84"/>
                  </a:lnTo>
                  <a:lnTo>
                    <a:pt x="213" y="78"/>
                  </a:lnTo>
                  <a:lnTo>
                    <a:pt x="207" y="70"/>
                  </a:lnTo>
                  <a:lnTo>
                    <a:pt x="212" y="65"/>
                  </a:lnTo>
                  <a:lnTo>
                    <a:pt x="212" y="61"/>
                  </a:lnTo>
                  <a:lnTo>
                    <a:pt x="214" y="57"/>
                  </a:lnTo>
                  <a:lnTo>
                    <a:pt x="207" y="46"/>
                  </a:lnTo>
                  <a:lnTo>
                    <a:pt x="212" y="43"/>
                  </a:lnTo>
                  <a:lnTo>
                    <a:pt x="225" y="43"/>
                  </a:lnTo>
                  <a:lnTo>
                    <a:pt x="235" y="38"/>
                  </a:lnTo>
                  <a:lnTo>
                    <a:pt x="250" y="42"/>
                  </a:lnTo>
                  <a:lnTo>
                    <a:pt x="260" y="48"/>
                  </a:lnTo>
                  <a:lnTo>
                    <a:pt x="270" y="49"/>
                  </a:lnTo>
                  <a:lnTo>
                    <a:pt x="276" y="54"/>
                  </a:lnTo>
                  <a:lnTo>
                    <a:pt x="280" y="52"/>
                  </a:lnTo>
                  <a:lnTo>
                    <a:pt x="285" y="54"/>
                  </a:lnTo>
                  <a:lnTo>
                    <a:pt x="285" y="44"/>
                  </a:lnTo>
                  <a:lnTo>
                    <a:pt x="280" y="37"/>
                  </a:lnTo>
                  <a:lnTo>
                    <a:pt x="282" y="25"/>
                  </a:lnTo>
                  <a:lnTo>
                    <a:pt x="289" y="21"/>
                  </a:lnTo>
                  <a:lnTo>
                    <a:pt x="286" y="13"/>
                  </a:lnTo>
                  <a:lnTo>
                    <a:pt x="279" y="9"/>
                  </a:lnTo>
                  <a:lnTo>
                    <a:pt x="278" y="1"/>
                  </a:lnTo>
                  <a:lnTo>
                    <a:pt x="289" y="3"/>
                  </a:lnTo>
                  <a:lnTo>
                    <a:pt x="299" y="2"/>
                  </a:lnTo>
                  <a:lnTo>
                    <a:pt x="302" y="0"/>
                  </a:lnTo>
                  <a:lnTo>
                    <a:pt x="311" y="8"/>
                  </a:lnTo>
                  <a:lnTo>
                    <a:pt x="322" y="14"/>
                  </a:lnTo>
                  <a:lnTo>
                    <a:pt x="338" y="31"/>
                  </a:lnTo>
                  <a:lnTo>
                    <a:pt x="351" y="38"/>
                  </a:lnTo>
                  <a:lnTo>
                    <a:pt x="367" y="40"/>
                  </a:lnTo>
                  <a:lnTo>
                    <a:pt x="375" y="44"/>
                  </a:lnTo>
                  <a:lnTo>
                    <a:pt x="381" y="46"/>
                  </a:lnTo>
                  <a:lnTo>
                    <a:pt x="390" y="55"/>
                  </a:lnTo>
                  <a:lnTo>
                    <a:pt x="394" y="63"/>
                  </a:lnTo>
                  <a:lnTo>
                    <a:pt x="398" y="63"/>
                  </a:lnTo>
                  <a:lnTo>
                    <a:pt x="401" y="63"/>
                  </a:lnTo>
                  <a:lnTo>
                    <a:pt x="409" y="72"/>
                  </a:lnTo>
                  <a:lnTo>
                    <a:pt x="415" y="72"/>
                  </a:lnTo>
                  <a:lnTo>
                    <a:pt x="419" y="78"/>
                  </a:lnTo>
                  <a:lnTo>
                    <a:pt x="416" y="87"/>
                  </a:lnTo>
                  <a:lnTo>
                    <a:pt x="418" y="99"/>
                  </a:lnTo>
                  <a:lnTo>
                    <a:pt x="415" y="107"/>
                  </a:lnTo>
                  <a:lnTo>
                    <a:pt x="416" y="116"/>
                  </a:lnTo>
                  <a:lnTo>
                    <a:pt x="428" y="117"/>
                  </a:lnTo>
                  <a:lnTo>
                    <a:pt x="430" y="127"/>
                  </a:lnTo>
                  <a:lnTo>
                    <a:pt x="425" y="133"/>
                  </a:lnTo>
                  <a:lnTo>
                    <a:pt x="428" y="144"/>
                  </a:lnTo>
                  <a:lnTo>
                    <a:pt x="433" y="151"/>
                  </a:lnTo>
                  <a:lnTo>
                    <a:pt x="435" y="165"/>
                  </a:lnTo>
                  <a:lnTo>
                    <a:pt x="433" y="173"/>
                  </a:lnTo>
                  <a:lnTo>
                    <a:pt x="435" y="179"/>
                  </a:lnTo>
                  <a:lnTo>
                    <a:pt x="435" y="194"/>
                  </a:lnTo>
                  <a:lnTo>
                    <a:pt x="433" y="200"/>
                  </a:lnTo>
                  <a:lnTo>
                    <a:pt x="436" y="212"/>
                  </a:lnTo>
                  <a:lnTo>
                    <a:pt x="446" y="216"/>
                  </a:lnTo>
                  <a:lnTo>
                    <a:pt x="453" y="231"/>
                  </a:lnTo>
                  <a:lnTo>
                    <a:pt x="458" y="235"/>
                  </a:lnTo>
                  <a:lnTo>
                    <a:pt x="458" y="245"/>
                  </a:lnTo>
                  <a:lnTo>
                    <a:pt x="458" y="245"/>
                  </a:lnTo>
                  <a:lnTo>
                    <a:pt x="452" y="249"/>
                  </a:lnTo>
                  <a:lnTo>
                    <a:pt x="444" y="248"/>
                  </a:lnTo>
                  <a:lnTo>
                    <a:pt x="438" y="241"/>
                  </a:lnTo>
                  <a:lnTo>
                    <a:pt x="427" y="249"/>
                  </a:lnTo>
                  <a:lnTo>
                    <a:pt x="419" y="245"/>
                  </a:lnTo>
                  <a:lnTo>
                    <a:pt x="416" y="251"/>
                  </a:lnTo>
                  <a:lnTo>
                    <a:pt x="409" y="249"/>
                  </a:lnTo>
                  <a:lnTo>
                    <a:pt x="405" y="241"/>
                  </a:lnTo>
                  <a:lnTo>
                    <a:pt x="398" y="250"/>
                  </a:lnTo>
                  <a:lnTo>
                    <a:pt x="392" y="240"/>
                  </a:lnTo>
                  <a:lnTo>
                    <a:pt x="387" y="244"/>
                  </a:lnTo>
                  <a:lnTo>
                    <a:pt x="386" y="252"/>
                  </a:lnTo>
                  <a:lnTo>
                    <a:pt x="383" y="258"/>
                  </a:lnTo>
                  <a:lnTo>
                    <a:pt x="376" y="260"/>
                  </a:lnTo>
                  <a:lnTo>
                    <a:pt x="372" y="256"/>
                  </a:lnTo>
                  <a:lnTo>
                    <a:pt x="366" y="254"/>
                  </a:lnTo>
                  <a:lnTo>
                    <a:pt x="372" y="263"/>
                  </a:lnTo>
                  <a:lnTo>
                    <a:pt x="378" y="268"/>
                  </a:lnTo>
                  <a:lnTo>
                    <a:pt x="370" y="274"/>
                  </a:lnTo>
                  <a:lnTo>
                    <a:pt x="363" y="273"/>
                  </a:lnTo>
                  <a:lnTo>
                    <a:pt x="355" y="277"/>
                  </a:lnTo>
                  <a:lnTo>
                    <a:pt x="364" y="280"/>
                  </a:lnTo>
                  <a:lnTo>
                    <a:pt x="364" y="285"/>
                  </a:lnTo>
                  <a:lnTo>
                    <a:pt x="360" y="286"/>
                  </a:lnTo>
                  <a:lnTo>
                    <a:pt x="358" y="284"/>
                  </a:lnTo>
                  <a:lnTo>
                    <a:pt x="353" y="280"/>
                  </a:lnTo>
                  <a:lnTo>
                    <a:pt x="349" y="284"/>
                  </a:lnTo>
                  <a:lnTo>
                    <a:pt x="354" y="290"/>
                  </a:lnTo>
                  <a:lnTo>
                    <a:pt x="359" y="290"/>
                  </a:lnTo>
                  <a:lnTo>
                    <a:pt x="364" y="295"/>
                  </a:lnTo>
                  <a:lnTo>
                    <a:pt x="361" y="300"/>
                  </a:lnTo>
                  <a:lnTo>
                    <a:pt x="355" y="314"/>
                  </a:lnTo>
                  <a:lnTo>
                    <a:pt x="358" y="320"/>
                  </a:lnTo>
                  <a:lnTo>
                    <a:pt x="346" y="322"/>
                  </a:lnTo>
                  <a:lnTo>
                    <a:pt x="355" y="329"/>
                  </a:lnTo>
                  <a:lnTo>
                    <a:pt x="363" y="330"/>
                  </a:lnTo>
                  <a:lnTo>
                    <a:pt x="365" y="335"/>
                  </a:lnTo>
                  <a:lnTo>
                    <a:pt x="360" y="337"/>
                  </a:lnTo>
                  <a:lnTo>
                    <a:pt x="365" y="343"/>
                  </a:lnTo>
                  <a:lnTo>
                    <a:pt x="371" y="343"/>
                  </a:lnTo>
                  <a:lnTo>
                    <a:pt x="363" y="354"/>
                  </a:lnTo>
                  <a:lnTo>
                    <a:pt x="357" y="354"/>
                  </a:lnTo>
                  <a:lnTo>
                    <a:pt x="351" y="361"/>
                  </a:lnTo>
                  <a:lnTo>
                    <a:pt x="352" y="374"/>
                  </a:lnTo>
                  <a:lnTo>
                    <a:pt x="342" y="389"/>
                  </a:lnTo>
                  <a:lnTo>
                    <a:pt x="336" y="388"/>
                  </a:lnTo>
                  <a:lnTo>
                    <a:pt x="328" y="396"/>
                  </a:lnTo>
                  <a:lnTo>
                    <a:pt x="323" y="390"/>
                  </a:lnTo>
                  <a:lnTo>
                    <a:pt x="320" y="397"/>
                  </a:lnTo>
                  <a:lnTo>
                    <a:pt x="324" y="406"/>
                  </a:lnTo>
                  <a:lnTo>
                    <a:pt x="313" y="411"/>
                  </a:lnTo>
                  <a:lnTo>
                    <a:pt x="308" y="419"/>
                  </a:lnTo>
                  <a:lnTo>
                    <a:pt x="303" y="419"/>
                  </a:lnTo>
                  <a:lnTo>
                    <a:pt x="302" y="413"/>
                  </a:lnTo>
                  <a:lnTo>
                    <a:pt x="295" y="413"/>
                  </a:lnTo>
                  <a:lnTo>
                    <a:pt x="291" y="422"/>
                  </a:lnTo>
                  <a:lnTo>
                    <a:pt x="291" y="431"/>
                  </a:lnTo>
                  <a:lnTo>
                    <a:pt x="285" y="436"/>
                  </a:lnTo>
                  <a:lnTo>
                    <a:pt x="280" y="431"/>
                  </a:lnTo>
                  <a:lnTo>
                    <a:pt x="277" y="431"/>
                  </a:lnTo>
                  <a:lnTo>
                    <a:pt x="274" y="440"/>
                  </a:lnTo>
                  <a:lnTo>
                    <a:pt x="271" y="441"/>
                  </a:lnTo>
                  <a:lnTo>
                    <a:pt x="267" y="436"/>
                  </a:lnTo>
                  <a:lnTo>
                    <a:pt x="260" y="442"/>
                  </a:lnTo>
                  <a:lnTo>
                    <a:pt x="257" y="449"/>
                  </a:lnTo>
                  <a:lnTo>
                    <a:pt x="264" y="451"/>
                  </a:lnTo>
                  <a:lnTo>
                    <a:pt x="264" y="454"/>
                  </a:lnTo>
                  <a:lnTo>
                    <a:pt x="250" y="465"/>
                  </a:lnTo>
                  <a:lnTo>
                    <a:pt x="243" y="463"/>
                  </a:lnTo>
                  <a:lnTo>
                    <a:pt x="241" y="468"/>
                  </a:lnTo>
                  <a:lnTo>
                    <a:pt x="244" y="475"/>
                  </a:lnTo>
                  <a:lnTo>
                    <a:pt x="237" y="484"/>
                  </a:lnTo>
                  <a:lnTo>
                    <a:pt x="224" y="487"/>
                  </a:lnTo>
                  <a:lnTo>
                    <a:pt x="216" y="484"/>
                  </a:lnTo>
                  <a:lnTo>
                    <a:pt x="226" y="497"/>
                  </a:lnTo>
                  <a:lnTo>
                    <a:pt x="227" y="506"/>
                  </a:lnTo>
                  <a:lnTo>
                    <a:pt x="225" y="510"/>
                  </a:lnTo>
                  <a:lnTo>
                    <a:pt x="227" y="520"/>
                  </a:lnTo>
                  <a:lnTo>
                    <a:pt x="225" y="532"/>
                  </a:lnTo>
                  <a:lnTo>
                    <a:pt x="231" y="538"/>
                  </a:lnTo>
                  <a:lnTo>
                    <a:pt x="231" y="546"/>
                  </a:lnTo>
                  <a:lnTo>
                    <a:pt x="225" y="541"/>
                  </a:lnTo>
                  <a:lnTo>
                    <a:pt x="222" y="544"/>
                  </a:lnTo>
                  <a:lnTo>
                    <a:pt x="225" y="556"/>
                  </a:lnTo>
                  <a:lnTo>
                    <a:pt x="219" y="564"/>
                  </a:lnTo>
                  <a:lnTo>
                    <a:pt x="225" y="567"/>
                  </a:lnTo>
                  <a:lnTo>
                    <a:pt x="225" y="571"/>
                  </a:lnTo>
                  <a:lnTo>
                    <a:pt x="221" y="574"/>
                  </a:lnTo>
                  <a:lnTo>
                    <a:pt x="226" y="582"/>
                  </a:lnTo>
                  <a:lnTo>
                    <a:pt x="220" y="590"/>
                  </a:lnTo>
                  <a:lnTo>
                    <a:pt x="225" y="594"/>
                  </a:lnTo>
                  <a:lnTo>
                    <a:pt x="230" y="602"/>
                  </a:lnTo>
                  <a:lnTo>
                    <a:pt x="236" y="603"/>
                  </a:lnTo>
                  <a:lnTo>
                    <a:pt x="236" y="610"/>
                  </a:lnTo>
                  <a:lnTo>
                    <a:pt x="241" y="608"/>
                  </a:lnTo>
                  <a:lnTo>
                    <a:pt x="245" y="615"/>
                  </a:lnTo>
                  <a:lnTo>
                    <a:pt x="253" y="607"/>
                  </a:lnTo>
                  <a:lnTo>
                    <a:pt x="259" y="611"/>
                  </a:lnTo>
                  <a:lnTo>
                    <a:pt x="261" y="619"/>
                  </a:lnTo>
                  <a:lnTo>
                    <a:pt x="278" y="630"/>
                  </a:lnTo>
                  <a:lnTo>
                    <a:pt x="276" y="634"/>
                  </a:lnTo>
                  <a:lnTo>
                    <a:pt x="289" y="642"/>
                  </a:lnTo>
                  <a:lnTo>
                    <a:pt x="289" y="648"/>
                  </a:lnTo>
                  <a:lnTo>
                    <a:pt x="297" y="656"/>
                  </a:lnTo>
                  <a:lnTo>
                    <a:pt x="293" y="668"/>
                  </a:lnTo>
                  <a:lnTo>
                    <a:pt x="280" y="680"/>
                  </a:lnTo>
                  <a:lnTo>
                    <a:pt x="277" y="689"/>
                  </a:lnTo>
                  <a:lnTo>
                    <a:pt x="265" y="691"/>
                  </a:lnTo>
                  <a:lnTo>
                    <a:pt x="257" y="688"/>
                  </a:lnTo>
                  <a:lnTo>
                    <a:pt x="259" y="681"/>
                  </a:lnTo>
                  <a:lnTo>
                    <a:pt x="248" y="679"/>
                  </a:lnTo>
                  <a:lnTo>
                    <a:pt x="243" y="674"/>
                  </a:lnTo>
                  <a:lnTo>
                    <a:pt x="243" y="679"/>
                  </a:lnTo>
                  <a:lnTo>
                    <a:pt x="237" y="680"/>
                  </a:lnTo>
                  <a:lnTo>
                    <a:pt x="233" y="677"/>
                  </a:lnTo>
                  <a:lnTo>
                    <a:pt x="226" y="674"/>
                  </a:lnTo>
                  <a:lnTo>
                    <a:pt x="222" y="680"/>
                  </a:lnTo>
                  <a:lnTo>
                    <a:pt x="215" y="681"/>
                  </a:lnTo>
                  <a:lnTo>
                    <a:pt x="212" y="678"/>
                  </a:lnTo>
                  <a:lnTo>
                    <a:pt x="206" y="686"/>
                  </a:lnTo>
                  <a:lnTo>
                    <a:pt x="197" y="683"/>
                  </a:lnTo>
                  <a:lnTo>
                    <a:pt x="191" y="685"/>
                  </a:lnTo>
                  <a:lnTo>
                    <a:pt x="191" y="689"/>
                  </a:lnTo>
                  <a:lnTo>
                    <a:pt x="206" y="690"/>
                  </a:lnTo>
                  <a:lnTo>
                    <a:pt x="209" y="692"/>
                  </a:lnTo>
                  <a:lnTo>
                    <a:pt x="209" y="688"/>
                  </a:lnTo>
                  <a:lnTo>
                    <a:pt x="221" y="688"/>
                  </a:lnTo>
                  <a:lnTo>
                    <a:pt x="227" y="691"/>
                  </a:lnTo>
                  <a:lnTo>
                    <a:pt x="237" y="692"/>
                  </a:lnTo>
                  <a:lnTo>
                    <a:pt x="243" y="700"/>
                  </a:lnTo>
                  <a:lnTo>
                    <a:pt x="250" y="696"/>
                  </a:lnTo>
                  <a:lnTo>
                    <a:pt x="255" y="698"/>
                  </a:lnTo>
                  <a:lnTo>
                    <a:pt x="264" y="694"/>
                  </a:lnTo>
                  <a:lnTo>
                    <a:pt x="274" y="697"/>
                  </a:lnTo>
                  <a:lnTo>
                    <a:pt x="279" y="701"/>
                  </a:lnTo>
                  <a:lnTo>
                    <a:pt x="280" y="709"/>
                  </a:lnTo>
                  <a:lnTo>
                    <a:pt x="274" y="714"/>
                  </a:lnTo>
                  <a:lnTo>
                    <a:pt x="268" y="714"/>
                  </a:lnTo>
                  <a:lnTo>
                    <a:pt x="260" y="725"/>
                  </a:lnTo>
                  <a:lnTo>
                    <a:pt x="255" y="725"/>
                  </a:lnTo>
                  <a:lnTo>
                    <a:pt x="257" y="717"/>
                  </a:lnTo>
                  <a:lnTo>
                    <a:pt x="254" y="713"/>
                  </a:lnTo>
                  <a:lnTo>
                    <a:pt x="250" y="718"/>
                  </a:lnTo>
                  <a:lnTo>
                    <a:pt x="251" y="723"/>
                  </a:lnTo>
                  <a:lnTo>
                    <a:pt x="245" y="724"/>
                  </a:lnTo>
                  <a:lnTo>
                    <a:pt x="239" y="730"/>
                  </a:lnTo>
                  <a:lnTo>
                    <a:pt x="238" y="738"/>
                  </a:lnTo>
                  <a:lnTo>
                    <a:pt x="231" y="733"/>
                  </a:lnTo>
                  <a:lnTo>
                    <a:pt x="231" y="738"/>
                  </a:lnTo>
                  <a:lnTo>
                    <a:pt x="226" y="743"/>
                  </a:lnTo>
                  <a:lnTo>
                    <a:pt x="224" y="741"/>
                  </a:lnTo>
                  <a:lnTo>
                    <a:pt x="219" y="741"/>
                  </a:lnTo>
                  <a:lnTo>
                    <a:pt x="214" y="747"/>
                  </a:lnTo>
                  <a:lnTo>
                    <a:pt x="221" y="748"/>
                  </a:lnTo>
                  <a:lnTo>
                    <a:pt x="231" y="756"/>
                  </a:lnTo>
                  <a:lnTo>
                    <a:pt x="214" y="756"/>
                  </a:lnTo>
                  <a:lnTo>
                    <a:pt x="227" y="761"/>
                  </a:lnTo>
                  <a:lnTo>
                    <a:pt x="228" y="766"/>
                  </a:lnTo>
                  <a:lnTo>
                    <a:pt x="224" y="776"/>
                  </a:lnTo>
                  <a:lnTo>
                    <a:pt x="233" y="783"/>
                  </a:lnTo>
                  <a:lnTo>
                    <a:pt x="222" y="785"/>
                  </a:lnTo>
                  <a:lnTo>
                    <a:pt x="212" y="782"/>
                  </a:lnTo>
                  <a:lnTo>
                    <a:pt x="218" y="790"/>
                  </a:lnTo>
                  <a:lnTo>
                    <a:pt x="213" y="798"/>
                  </a:lnTo>
                  <a:lnTo>
                    <a:pt x="224" y="802"/>
                  </a:lnTo>
                  <a:lnTo>
                    <a:pt x="215" y="810"/>
                  </a:lnTo>
                  <a:lnTo>
                    <a:pt x="222" y="818"/>
                  </a:lnTo>
                  <a:lnTo>
                    <a:pt x="215" y="825"/>
                  </a:lnTo>
                  <a:lnTo>
                    <a:pt x="214" y="834"/>
                  </a:lnTo>
                  <a:lnTo>
                    <a:pt x="221" y="841"/>
                  </a:lnTo>
                  <a:lnTo>
                    <a:pt x="218" y="847"/>
                  </a:lnTo>
                  <a:lnTo>
                    <a:pt x="216" y="868"/>
                  </a:lnTo>
                  <a:lnTo>
                    <a:pt x="209" y="875"/>
                  </a:lnTo>
                  <a:lnTo>
                    <a:pt x="206" y="891"/>
                  </a:lnTo>
                  <a:lnTo>
                    <a:pt x="196" y="901"/>
                  </a:lnTo>
                  <a:lnTo>
                    <a:pt x="191" y="897"/>
                  </a:lnTo>
                  <a:lnTo>
                    <a:pt x="183" y="893"/>
                  </a:lnTo>
                  <a:lnTo>
                    <a:pt x="172" y="898"/>
                  </a:lnTo>
                  <a:lnTo>
                    <a:pt x="156" y="895"/>
                  </a:lnTo>
                  <a:lnTo>
                    <a:pt x="152" y="889"/>
                  </a:lnTo>
                  <a:lnTo>
                    <a:pt x="150" y="903"/>
                  </a:lnTo>
                  <a:lnTo>
                    <a:pt x="135" y="904"/>
                  </a:lnTo>
                  <a:lnTo>
                    <a:pt x="129" y="917"/>
                  </a:lnTo>
                  <a:lnTo>
                    <a:pt x="134" y="922"/>
                  </a:lnTo>
                  <a:lnTo>
                    <a:pt x="135" y="928"/>
                  </a:lnTo>
                  <a:lnTo>
                    <a:pt x="126" y="935"/>
                  </a:lnTo>
                  <a:lnTo>
                    <a:pt x="115" y="932"/>
                  </a:lnTo>
                  <a:lnTo>
                    <a:pt x="92" y="938"/>
                  </a:lnTo>
                  <a:lnTo>
                    <a:pt x="82" y="938"/>
                  </a:lnTo>
                  <a:lnTo>
                    <a:pt x="77" y="933"/>
                  </a:lnTo>
                  <a:lnTo>
                    <a:pt x="82" y="926"/>
                  </a:lnTo>
                  <a:lnTo>
                    <a:pt x="79" y="906"/>
                  </a:lnTo>
                  <a:lnTo>
                    <a:pt x="69" y="904"/>
                  </a:lnTo>
                  <a:lnTo>
                    <a:pt x="68" y="897"/>
                  </a:lnTo>
                  <a:lnTo>
                    <a:pt x="62" y="893"/>
                  </a:lnTo>
                  <a:lnTo>
                    <a:pt x="63" y="888"/>
                  </a:lnTo>
                  <a:lnTo>
                    <a:pt x="75" y="887"/>
                  </a:lnTo>
                  <a:lnTo>
                    <a:pt x="81" y="876"/>
                  </a:lnTo>
                  <a:lnTo>
                    <a:pt x="79" y="866"/>
                  </a:lnTo>
                  <a:lnTo>
                    <a:pt x="69" y="871"/>
                  </a:lnTo>
                  <a:lnTo>
                    <a:pt x="60" y="863"/>
                  </a:lnTo>
                  <a:lnTo>
                    <a:pt x="58" y="856"/>
                  </a:lnTo>
                  <a:lnTo>
                    <a:pt x="48" y="852"/>
                  </a:lnTo>
                  <a:lnTo>
                    <a:pt x="47" y="840"/>
                  </a:lnTo>
                  <a:lnTo>
                    <a:pt x="39" y="825"/>
                  </a:lnTo>
                  <a:lnTo>
                    <a:pt x="35" y="822"/>
                  </a:lnTo>
                  <a:lnTo>
                    <a:pt x="30" y="811"/>
                  </a:lnTo>
                  <a:lnTo>
                    <a:pt x="23" y="810"/>
                  </a:lnTo>
                  <a:lnTo>
                    <a:pt x="17" y="802"/>
                  </a:lnTo>
                  <a:lnTo>
                    <a:pt x="22" y="799"/>
                  </a:lnTo>
                  <a:lnTo>
                    <a:pt x="23" y="789"/>
                  </a:lnTo>
                  <a:lnTo>
                    <a:pt x="21" y="783"/>
                  </a:lnTo>
                  <a:lnTo>
                    <a:pt x="22" y="777"/>
                  </a:lnTo>
                  <a:lnTo>
                    <a:pt x="30" y="770"/>
                  </a:lnTo>
                  <a:lnTo>
                    <a:pt x="28" y="765"/>
                  </a:lnTo>
                  <a:lnTo>
                    <a:pt x="21" y="761"/>
                  </a:lnTo>
                  <a:lnTo>
                    <a:pt x="23" y="756"/>
                  </a:lnTo>
                  <a:lnTo>
                    <a:pt x="18" y="756"/>
                  </a:lnTo>
                  <a:lnTo>
                    <a:pt x="17" y="764"/>
                  </a:lnTo>
                  <a:lnTo>
                    <a:pt x="23" y="770"/>
                  </a:lnTo>
                  <a:lnTo>
                    <a:pt x="13" y="773"/>
                  </a:lnTo>
                  <a:lnTo>
                    <a:pt x="15" y="765"/>
                  </a:lnTo>
                  <a:lnTo>
                    <a:pt x="12" y="761"/>
                  </a:lnTo>
                  <a:lnTo>
                    <a:pt x="6" y="758"/>
                  </a:lnTo>
                  <a:lnTo>
                    <a:pt x="5" y="744"/>
                  </a:lnTo>
                  <a:lnTo>
                    <a:pt x="1" y="739"/>
                  </a:lnTo>
                  <a:lnTo>
                    <a:pt x="0" y="721"/>
                  </a:lnTo>
                  <a:lnTo>
                    <a:pt x="7" y="718"/>
                  </a:lnTo>
                  <a:lnTo>
                    <a:pt x="7" y="718"/>
                  </a:lnTo>
                  <a:lnTo>
                    <a:pt x="7" y="718"/>
                  </a:lnTo>
                  <a:close/>
                  <a:moveTo>
                    <a:pt x="277" y="692"/>
                  </a:moveTo>
                  <a:lnTo>
                    <a:pt x="284" y="702"/>
                  </a:lnTo>
                  <a:lnTo>
                    <a:pt x="288" y="706"/>
                  </a:lnTo>
                  <a:lnTo>
                    <a:pt x="288" y="695"/>
                  </a:lnTo>
                  <a:lnTo>
                    <a:pt x="296" y="688"/>
                  </a:lnTo>
                  <a:lnTo>
                    <a:pt x="296" y="681"/>
                  </a:lnTo>
                  <a:lnTo>
                    <a:pt x="285" y="681"/>
                  </a:lnTo>
                  <a:lnTo>
                    <a:pt x="277" y="692"/>
                  </a:lnTo>
                  <a:lnTo>
                    <a:pt x="277" y="692"/>
                  </a:lnTo>
                  <a:close/>
                  <a:moveTo>
                    <a:pt x="12" y="776"/>
                  </a:moveTo>
                  <a:lnTo>
                    <a:pt x="12" y="782"/>
                  </a:lnTo>
                  <a:lnTo>
                    <a:pt x="16" y="782"/>
                  </a:lnTo>
                  <a:lnTo>
                    <a:pt x="18" y="775"/>
                  </a:lnTo>
                  <a:lnTo>
                    <a:pt x="12" y="776"/>
                  </a:lnTo>
                  <a:lnTo>
                    <a:pt x="12" y="776"/>
                  </a:lnTo>
                  <a:close/>
                  <a:moveTo>
                    <a:pt x="317" y="750"/>
                  </a:moveTo>
                  <a:lnTo>
                    <a:pt x="322" y="756"/>
                  </a:lnTo>
                  <a:lnTo>
                    <a:pt x="326" y="752"/>
                  </a:lnTo>
                  <a:lnTo>
                    <a:pt x="322" y="748"/>
                  </a:lnTo>
                  <a:lnTo>
                    <a:pt x="317" y="750"/>
                  </a:lnTo>
                  <a:lnTo>
                    <a:pt x="317" y="750"/>
                  </a:lnTo>
                  <a:close/>
                  <a:moveTo>
                    <a:pt x="320" y="789"/>
                  </a:moveTo>
                  <a:lnTo>
                    <a:pt x="324" y="793"/>
                  </a:lnTo>
                  <a:lnTo>
                    <a:pt x="329" y="788"/>
                  </a:lnTo>
                  <a:lnTo>
                    <a:pt x="337" y="785"/>
                  </a:lnTo>
                  <a:lnTo>
                    <a:pt x="335" y="783"/>
                  </a:lnTo>
                  <a:lnTo>
                    <a:pt x="325" y="783"/>
                  </a:lnTo>
                  <a:lnTo>
                    <a:pt x="320" y="789"/>
                  </a:lnTo>
                  <a:lnTo>
                    <a:pt x="320" y="789"/>
                  </a:lnTo>
                  <a:close/>
                  <a:moveTo>
                    <a:pt x="289" y="853"/>
                  </a:moveTo>
                  <a:lnTo>
                    <a:pt x="300" y="849"/>
                  </a:lnTo>
                  <a:lnTo>
                    <a:pt x="302" y="845"/>
                  </a:lnTo>
                  <a:lnTo>
                    <a:pt x="299" y="843"/>
                  </a:lnTo>
                  <a:lnTo>
                    <a:pt x="300" y="837"/>
                  </a:lnTo>
                  <a:lnTo>
                    <a:pt x="311" y="830"/>
                  </a:lnTo>
                  <a:lnTo>
                    <a:pt x="312" y="825"/>
                  </a:lnTo>
                  <a:lnTo>
                    <a:pt x="319" y="818"/>
                  </a:lnTo>
                  <a:lnTo>
                    <a:pt x="318" y="814"/>
                  </a:lnTo>
                  <a:lnTo>
                    <a:pt x="312" y="808"/>
                  </a:lnTo>
                  <a:lnTo>
                    <a:pt x="316" y="801"/>
                  </a:lnTo>
                  <a:lnTo>
                    <a:pt x="317" y="796"/>
                  </a:lnTo>
                  <a:lnTo>
                    <a:pt x="320" y="794"/>
                  </a:lnTo>
                  <a:lnTo>
                    <a:pt x="314" y="791"/>
                  </a:lnTo>
                  <a:lnTo>
                    <a:pt x="309" y="794"/>
                  </a:lnTo>
                  <a:lnTo>
                    <a:pt x="300" y="794"/>
                  </a:lnTo>
                  <a:lnTo>
                    <a:pt x="294" y="801"/>
                  </a:lnTo>
                  <a:lnTo>
                    <a:pt x="290" y="808"/>
                  </a:lnTo>
                  <a:lnTo>
                    <a:pt x="283" y="814"/>
                  </a:lnTo>
                  <a:lnTo>
                    <a:pt x="286" y="823"/>
                  </a:lnTo>
                  <a:lnTo>
                    <a:pt x="283" y="825"/>
                  </a:lnTo>
                  <a:lnTo>
                    <a:pt x="293" y="837"/>
                  </a:lnTo>
                  <a:lnTo>
                    <a:pt x="296" y="836"/>
                  </a:lnTo>
                  <a:lnTo>
                    <a:pt x="294" y="843"/>
                  </a:lnTo>
                  <a:lnTo>
                    <a:pt x="288" y="849"/>
                  </a:lnTo>
                  <a:lnTo>
                    <a:pt x="289" y="853"/>
                  </a:lnTo>
                  <a:lnTo>
                    <a:pt x="289" y="853"/>
                  </a:lnTo>
                  <a:close/>
                  <a:moveTo>
                    <a:pt x="220" y="877"/>
                  </a:moveTo>
                  <a:lnTo>
                    <a:pt x="222" y="886"/>
                  </a:lnTo>
                  <a:lnTo>
                    <a:pt x="222" y="891"/>
                  </a:lnTo>
                  <a:lnTo>
                    <a:pt x="225" y="894"/>
                  </a:lnTo>
                  <a:lnTo>
                    <a:pt x="228" y="887"/>
                  </a:lnTo>
                  <a:lnTo>
                    <a:pt x="233" y="874"/>
                  </a:lnTo>
                  <a:lnTo>
                    <a:pt x="235" y="859"/>
                  </a:lnTo>
                  <a:lnTo>
                    <a:pt x="239" y="846"/>
                  </a:lnTo>
                  <a:lnTo>
                    <a:pt x="241" y="833"/>
                  </a:lnTo>
                  <a:lnTo>
                    <a:pt x="236" y="829"/>
                  </a:lnTo>
                  <a:lnTo>
                    <a:pt x="231" y="836"/>
                  </a:lnTo>
                  <a:lnTo>
                    <a:pt x="232" y="840"/>
                  </a:lnTo>
                  <a:lnTo>
                    <a:pt x="228" y="852"/>
                  </a:lnTo>
                  <a:lnTo>
                    <a:pt x="224" y="856"/>
                  </a:lnTo>
                  <a:lnTo>
                    <a:pt x="220" y="87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ar-SA" sz="3200"/>
            </a:p>
          </p:txBody>
        </p:sp>
        <p:sp>
          <p:nvSpPr>
            <p:cNvPr id="138" name="Freeform 33">
              <a:extLst>
                <a:ext uri="{FF2B5EF4-FFF2-40B4-BE49-F238E27FC236}">
                  <a16:creationId xmlns:a16="http://schemas.microsoft.com/office/drawing/2014/main" id="{D1E19320-7784-00B0-2CD3-0F28A3ADD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422" y="3586306"/>
              <a:ext cx="781638" cy="778355"/>
            </a:xfrm>
            <a:custGeom>
              <a:avLst/>
              <a:gdLst/>
              <a:ahLst/>
              <a:cxnLst>
                <a:cxn ang="0">
                  <a:pos x="141" y="6"/>
                </a:cxn>
                <a:cxn ang="0">
                  <a:pos x="163" y="25"/>
                </a:cxn>
                <a:cxn ang="0">
                  <a:pos x="170" y="41"/>
                </a:cxn>
                <a:cxn ang="0">
                  <a:pos x="189" y="34"/>
                </a:cxn>
                <a:cxn ang="0">
                  <a:pos x="213" y="37"/>
                </a:cxn>
                <a:cxn ang="0">
                  <a:pos x="193" y="54"/>
                </a:cxn>
                <a:cxn ang="0">
                  <a:pos x="220" y="61"/>
                </a:cxn>
                <a:cxn ang="0">
                  <a:pos x="255" y="44"/>
                </a:cxn>
                <a:cxn ang="0">
                  <a:pos x="270" y="29"/>
                </a:cxn>
                <a:cxn ang="0">
                  <a:pos x="267" y="37"/>
                </a:cxn>
                <a:cxn ang="0">
                  <a:pos x="285" y="37"/>
                </a:cxn>
                <a:cxn ang="0">
                  <a:pos x="312" y="51"/>
                </a:cxn>
                <a:cxn ang="0">
                  <a:pos x="334" y="70"/>
                </a:cxn>
                <a:cxn ang="0">
                  <a:pos x="359" y="92"/>
                </a:cxn>
                <a:cxn ang="0">
                  <a:pos x="359" y="131"/>
                </a:cxn>
                <a:cxn ang="0">
                  <a:pos x="369" y="162"/>
                </a:cxn>
                <a:cxn ang="0">
                  <a:pos x="384" y="196"/>
                </a:cxn>
                <a:cxn ang="0">
                  <a:pos x="369" y="225"/>
                </a:cxn>
                <a:cxn ang="0">
                  <a:pos x="340" y="232"/>
                </a:cxn>
                <a:cxn ang="0">
                  <a:pos x="301" y="249"/>
                </a:cxn>
                <a:cxn ang="0">
                  <a:pos x="265" y="257"/>
                </a:cxn>
                <a:cxn ang="0">
                  <a:pos x="283" y="286"/>
                </a:cxn>
                <a:cxn ang="0">
                  <a:pos x="309" y="316"/>
                </a:cxn>
                <a:cxn ang="0">
                  <a:pos x="336" y="357"/>
                </a:cxn>
                <a:cxn ang="0">
                  <a:pos x="300" y="384"/>
                </a:cxn>
                <a:cxn ang="0">
                  <a:pos x="308" y="405"/>
                </a:cxn>
                <a:cxn ang="0">
                  <a:pos x="270" y="400"/>
                </a:cxn>
                <a:cxn ang="0">
                  <a:pos x="232" y="410"/>
                </a:cxn>
                <a:cxn ang="0">
                  <a:pos x="202" y="411"/>
                </a:cxn>
                <a:cxn ang="0">
                  <a:pos x="173" y="409"/>
                </a:cxn>
                <a:cxn ang="0">
                  <a:pos x="147" y="400"/>
                </a:cxn>
                <a:cxn ang="0">
                  <a:pos x="128" y="394"/>
                </a:cxn>
                <a:cxn ang="0">
                  <a:pos x="105" y="404"/>
                </a:cxn>
                <a:cxn ang="0">
                  <a:pos x="85" y="398"/>
                </a:cxn>
                <a:cxn ang="0">
                  <a:pos x="87" y="362"/>
                </a:cxn>
                <a:cxn ang="0">
                  <a:pos x="93" y="328"/>
                </a:cxn>
                <a:cxn ang="0">
                  <a:pos x="59" y="323"/>
                </a:cxn>
                <a:cxn ang="0">
                  <a:pos x="36" y="315"/>
                </a:cxn>
                <a:cxn ang="0">
                  <a:pos x="23" y="292"/>
                </a:cxn>
                <a:cxn ang="0">
                  <a:pos x="13" y="259"/>
                </a:cxn>
                <a:cxn ang="0">
                  <a:pos x="4" y="228"/>
                </a:cxn>
                <a:cxn ang="0">
                  <a:pos x="6" y="193"/>
                </a:cxn>
                <a:cxn ang="0">
                  <a:pos x="42" y="177"/>
                </a:cxn>
                <a:cxn ang="0">
                  <a:pos x="51" y="153"/>
                </a:cxn>
                <a:cxn ang="0">
                  <a:pos x="36" y="139"/>
                </a:cxn>
                <a:cxn ang="0">
                  <a:pos x="56" y="122"/>
                </a:cxn>
                <a:cxn ang="0">
                  <a:pos x="63" y="105"/>
                </a:cxn>
                <a:cxn ang="0">
                  <a:pos x="47" y="89"/>
                </a:cxn>
                <a:cxn ang="0">
                  <a:pos x="86" y="80"/>
                </a:cxn>
                <a:cxn ang="0">
                  <a:pos x="94" y="86"/>
                </a:cxn>
                <a:cxn ang="0">
                  <a:pos x="104" y="93"/>
                </a:cxn>
                <a:cxn ang="0">
                  <a:pos x="108" y="76"/>
                </a:cxn>
                <a:cxn ang="0">
                  <a:pos x="138" y="67"/>
                </a:cxn>
                <a:cxn ang="0">
                  <a:pos x="139" y="64"/>
                </a:cxn>
                <a:cxn ang="0">
                  <a:pos x="128" y="50"/>
                </a:cxn>
                <a:cxn ang="0">
                  <a:pos x="112" y="31"/>
                </a:cxn>
                <a:cxn ang="0">
                  <a:pos x="118" y="14"/>
                </a:cxn>
                <a:cxn ang="0">
                  <a:pos x="108" y="0"/>
                </a:cxn>
              </a:cxnLst>
              <a:rect l="0" t="0" r="r" b="b"/>
              <a:pathLst>
                <a:path w="386" h="415">
                  <a:moveTo>
                    <a:pt x="108" y="0"/>
                  </a:moveTo>
                  <a:lnTo>
                    <a:pt x="120" y="0"/>
                  </a:lnTo>
                  <a:lnTo>
                    <a:pt x="137" y="4"/>
                  </a:lnTo>
                  <a:lnTo>
                    <a:pt x="141" y="6"/>
                  </a:lnTo>
                  <a:lnTo>
                    <a:pt x="150" y="5"/>
                  </a:lnTo>
                  <a:lnTo>
                    <a:pt x="158" y="14"/>
                  </a:lnTo>
                  <a:lnTo>
                    <a:pt x="168" y="15"/>
                  </a:lnTo>
                  <a:lnTo>
                    <a:pt x="163" y="25"/>
                  </a:lnTo>
                  <a:lnTo>
                    <a:pt x="158" y="28"/>
                  </a:lnTo>
                  <a:lnTo>
                    <a:pt x="161" y="33"/>
                  </a:lnTo>
                  <a:lnTo>
                    <a:pt x="168" y="35"/>
                  </a:lnTo>
                  <a:lnTo>
                    <a:pt x="170" y="41"/>
                  </a:lnTo>
                  <a:lnTo>
                    <a:pt x="178" y="37"/>
                  </a:lnTo>
                  <a:lnTo>
                    <a:pt x="180" y="33"/>
                  </a:lnTo>
                  <a:lnTo>
                    <a:pt x="185" y="31"/>
                  </a:lnTo>
                  <a:lnTo>
                    <a:pt x="189" y="34"/>
                  </a:lnTo>
                  <a:lnTo>
                    <a:pt x="199" y="43"/>
                  </a:lnTo>
                  <a:lnTo>
                    <a:pt x="202" y="39"/>
                  </a:lnTo>
                  <a:lnTo>
                    <a:pt x="209" y="34"/>
                  </a:lnTo>
                  <a:lnTo>
                    <a:pt x="213" y="37"/>
                  </a:lnTo>
                  <a:lnTo>
                    <a:pt x="213" y="43"/>
                  </a:lnTo>
                  <a:lnTo>
                    <a:pt x="207" y="50"/>
                  </a:lnTo>
                  <a:lnTo>
                    <a:pt x="202" y="49"/>
                  </a:lnTo>
                  <a:lnTo>
                    <a:pt x="193" y="54"/>
                  </a:lnTo>
                  <a:lnTo>
                    <a:pt x="205" y="57"/>
                  </a:lnTo>
                  <a:lnTo>
                    <a:pt x="209" y="55"/>
                  </a:lnTo>
                  <a:lnTo>
                    <a:pt x="218" y="56"/>
                  </a:lnTo>
                  <a:lnTo>
                    <a:pt x="220" y="61"/>
                  </a:lnTo>
                  <a:lnTo>
                    <a:pt x="230" y="60"/>
                  </a:lnTo>
                  <a:lnTo>
                    <a:pt x="232" y="54"/>
                  </a:lnTo>
                  <a:lnTo>
                    <a:pt x="238" y="46"/>
                  </a:lnTo>
                  <a:lnTo>
                    <a:pt x="255" y="44"/>
                  </a:lnTo>
                  <a:lnTo>
                    <a:pt x="255" y="40"/>
                  </a:lnTo>
                  <a:lnTo>
                    <a:pt x="265" y="35"/>
                  </a:lnTo>
                  <a:lnTo>
                    <a:pt x="266" y="32"/>
                  </a:lnTo>
                  <a:lnTo>
                    <a:pt x="270" y="29"/>
                  </a:lnTo>
                  <a:lnTo>
                    <a:pt x="282" y="31"/>
                  </a:lnTo>
                  <a:lnTo>
                    <a:pt x="272" y="34"/>
                  </a:lnTo>
                  <a:lnTo>
                    <a:pt x="268" y="38"/>
                  </a:lnTo>
                  <a:lnTo>
                    <a:pt x="267" y="37"/>
                  </a:lnTo>
                  <a:lnTo>
                    <a:pt x="262" y="40"/>
                  </a:lnTo>
                  <a:lnTo>
                    <a:pt x="266" y="44"/>
                  </a:lnTo>
                  <a:lnTo>
                    <a:pt x="276" y="38"/>
                  </a:lnTo>
                  <a:lnTo>
                    <a:pt x="285" y="37"/>
                  </a:lnTo>
                  <a:lnTo>
                    <a:pt x="289" y="35"/>
                  </a:lnTo>
                  <a:lnTo>
                    <a:pt x="292" y="39"/>
                  </a:lnTo>
                  <a:lnTo>
                    <a:pt x="300" y="40"/>
                  </a:lnTo>
                  <a:lnTo>
                    <a:pt x="312" y="51"/>
                  </a:lnTo>
                  <a:lnTo>
                    <a:pt x="321" y="50"/>
                  </a:lnTo>
                  <a:lnTo>
                    <a:pt x="326" y="56"/>
                  </a:lnTo>
                  <a:lnTo>
                    <a:pt x="325" y="64"/>
                  </a:lnTo>
                  <a:lnTo>
                    <a:pt x="334" y="70"/>
                  </a:lnTo>
                  <a:lnTo>
                    <a:pt x="341" y="69"/>
                  </a:lnTo>
                  <a:lnTo>
                    <a:pt x="346" y="74"/>
                  </a:lnTo>
                  <a:lnTo>
                    <a:pt x="354" y="73"/>
                  </a:lnTo>
                  <a:lnTo>
                    <a:pt x="359" y="92"/>
                  </a:lnTo>
                  <a:lnTo>
                    <a:pt x="358" y="105"/>
                  </a:lnTo>
                  <a:lnTo>
                    <a:pt x="346" y="112"/>
                  </a:lnTo>
                  <a:lnTo>
                    <a:pt x="346" y="118"/>
                  </a:lnTo>
                  <a:lnTo>
                    <a:pt x="359" y="131"/>
                  </a:lnTo>
                  <a:lnTo>
                    <a:pt x="358" y="139"/>
                  </a:lnTo>
                  <a:lnTo>
                    <a:pt x="364" y="148"/>
                  </a:lnTo>
                  <a:lnTo>
                    <a:pt x="364" y="154"/>
                  </a:lnTo>
                  <a:lnTo>
                    <a:pt x="369" y="162"/>
                  </a:lnTo>
                  <a:lnTo>
                    <a:pt x="365" y="170"/>
                  </a:lnTo>
                  <a:lnTo>
                    <a:pt x="373" y="186"/>
                  </a:lnTo>
                  <a:lnTo>
                    <a:pt x="379" y="190"/>
                  </a:lnTo>
                  <a:lnTo>
                    <a:pt x="384" y="196"/>
                  </a:lnTo>
                  <a:lnTo>
                    <a:pt x="386" y="218"/>
                  </a:lnTo>
                  <a:lnTo>
                    <a:pt x="381" y="224"/>
                  </a:lnTo>
                  <a:lnTo>
                    <a:pt x="375" y="222"/>
                  </a:lnTo>
                  <a:lnTo>
                    <a:pt x="369" y="225"/>
                  </a:lnTo>
                  <a:lnTo>
                    <a:pt x="354" y="222"/>
                  </a:lnTo>
                  <a:lnTo>
                    <a:pt x="354" y="230"/>
                  </a:lnTo>
                  <a:lnTo>
                    <a:pt x="347" y="234"/>
                  </a:lnTo>
                  <a:lnTo>
                    <a:pt x="340" y="232"/>
                  </a:lnTo>
                  <a:lnTo>
                    <a:pt x="325" y="232"/>
                  </a:lnTo>
                  <a:lnTo>
                    <a:pt x="319" y="240"/>
                  </a:lnTo>
                  <a:lnTo>
                    <a:pt x="309" y="240"/>
                  </a:lnTo>
                  <a:lnTo>
                    <a:pt x="301" y="249"/>
                  </a:lnTo>
                  <a:lnTo>
                    <a:pt x="292" y="249"/>
                  </a:lnTo>
                  <a:lnTo>
                    <a:pt x="277" y="263"/>
                  </a:lnTo>
                  <a:lnTo>
                    <a:pt x="270" y="260"/>
                  </a:lnTo>
                  <a:lnTo>
                    <a:pt x="265" y="257"/>
                  </a:lnTo>
                  <a:lnTo>
                    <a:pt x="261" y="259"/>
                  </a:lnTo>
                  <a:lnTo>
                    <a:pt x="261" y="265"/>
                  </a:lnTo>
                  <a:lnTo>
                    <a:pt x="273" y="272"/>
                  </a:lnTo>
                  <a:lnTo>
                    <a:pt x="283" y="286"/>
                  </a:lnTo>
                  <a:lnTo>
                    <a:pt x="283" y="295"/>
                  </a:lnTo>
                  <a:lnTo>
                    <a:pt x="285" y="301"/>
                  </a:lnTo>
                  <a:lnTo>
                    <a:pt x="294" y="306"/>
                  </a:lnTo>
                  <a:lnTo>
                    <a:pt x="309" y="316"/>
                  </a:lnTo>
                  <a:lnTo>
                    <a:pt x="318" y="322"/>
                  </a:lnTo>
                  <a:lnTo>
                    <a:pt x="337" y="340"/>
                  </a:lnTo>
                  <a:lnTo>
                    <a:pt x="335" y="348"/>
                  </a:lnTo>
                  <a:lnTo>
                    <a:pt x="336" y="357"/>
                  </a:lnTo>
                  <a:lnTo>
                    <a:pt x="329" y="357"/>
                  </a:lnTo>
                  <a:lnTo>
                    <a:pt x="323" y="365"/>
                  </a:lnTo>
                  <a:lnTo>
                    <a:pt x="312" y="370"/>
                  </a:lnTo>
                  <a:lnTo>
                    <a:pt x="300" y="384"/>
                  </a:lnTo>
                  <a:lnTo>
                    <a:pt x="300" y="390"/>
                  </a:lnTo>
                  <a:lnTo>
                    <a:pt x="312" y="394"/>
                  </a:lnTo>
                  <a:lnTo>
                    <a:pt x="313" y="402"/>
                  </a:lnTo>
                  <a:lnTo>
                    <a:pt x="308" y="405"/>
                  </a:lnTo>
                  <a:lnTo>
                    <a:pt x="297" y="399"/>
                  </a:lnTo>
                  <a:lnTo>
                    <a:pt x="288" y="403"/>
                  </a:lnTo>
                  <a:lnTo>
                    <a:pt x="277" y="399"/>
                  </a:lnTo>
                  <a:lnTo>
                    <a:pt x="270" y="400"/>
                  </a:lnTo>
                  <a:lnTo>
                    <a:pt x="255" y="409"/>
                  </a:lnTo>
                  <a:lnTo>
                    <a:pt x="247" y="410"/>
                  </a:lnTo>
                  <a:lnTo>
                    <a:pt x="240" y="409"/>
                  </a:lnTo>
                  <a:lnTo>
                    <a:pt x="232" y="410"/>
                  </a:lnTo>
                  <a:lnTo>
                    <a:pt x="225" y="406"/>
                  </a:lnTo>
                  <a:lnTo>
                    <a:pt x="213" y="405"/>
                  </a:lnTo>
                  <a:lnTo>
                    <a:pt x="201" y="406"/>
                  </a:lnTo>
                  <a:lnTo>
                    <a:pt x="202" y="411"/>
                  </a:lnTo>
                  <a:lnTo>
                    <a:pt x="198" y="415"/>
                  </a:lnTo>
                  <a:lnTo>
                    <a:pt x="187" y="413"/>
                  </a:lnTo>
                  <a:lnTo>
                    <a:pt x="180" y="406"/>
                  </a:lnTo>
                  <a:lnTo>
                    <a:pt x="173" y="409"/>
                  </a:lnTo>
                  <a:lnTo>
                    <a:pt x="167" y="411"/>
                  </a:lnTo>
                  <a:lnTo>
                    <a:pt x="164" y="411"/>
                  </a:lnTo>
                  <a:lnTo>
                    <a:pt x="160" y="409"/>
                  </a:lnTo>
                  <a:lnTo>
                    <a:pt x="147" y="400"/>
                  </a:lnTo>
                  <a:lnTo>
                    <a:pt x="141" y="400"/>
                  </a:lnTo>
                  <a:lnTo>
                    <a:pt x="137" y="404"/>
                  </a:lnTo>
                  <a:lnTo>
                    <a:pt x="131" y="403"/>
                  </a:lnTo>
                  <a:lnTo>
                    <a:pt x="128" y="394"/>
                  </a:lnTo>
                  <a:lnTo>
                    <a:pt x="118" y="397"/>
                  </a:lnTo>
                  <a:lnTo>
                    <a:pt x="120" y="403"/>
                  </a:lnTo>
                  <a:lnTo>
                    <a:pt x="116" y="408"/>
                  </a:lnTo>
                  <a:lnTo>
                    <a:pt x="105" y="404"/>
                  </a:lnTo>
                  <a:lnTo>
                    <a:pt x="97" y="408"/>
                  </a:lnTo>
                  <a:lnTo>
                    <a:pt x="89" y="406"/>
                  </a:lnTo>
                  <a:lnTo>
                    <a:pt x="89" y="406"/>
                  </a:lnTo>
                  <a:lnTo>
                    <a:pt x="85" y="398"/>
                  </a:lnTo>
                  <a:lnTo>
                    <a:pt x="77" y="393"/>
                  </a:lnTo>
                  <a:lnTo>
                    <a:pt x="76" y="381"/>
                  </a:lnTo>
                  <a:lnTo>
                    <a:pt x="81" y="367"/>
                  </a:lnTo>
                  <a:lnTo>
                    <a:pt x="87" y="362"/>
                  </a:lnTo>
                  <a:lnTo>
                    <a:pt x="87" y="356"/>
                  </a:lnTo>
                  <a:lnTo>
                    <a:pt x="92" y="342"/>
                  </a:lnTo>
                  <a:lnTo>
                    <a:pt x="103" y="333"/>
                  </a:lnTo>
                  <a:lnTo>
                    <a:pt x="93" y="328"/>
                  </a:lnTo>
                  <a:lnTo>
                    <a:pt x="85" y="328"/>
                  </a:lnTo>
                  <a:lnTo>
                    <a:pt x="74" y="323"/>
                  </a:lnTo>
                  <a:lnTo>
                    <a:pt x="65" y="325"/>
                  </a:lnTo>
                  <a:lnTo>
                    <a:pt x="59" y="323"/>
                  </a:lnTo>
                  <a:lnTo>
                    <a:pt x="52" y="323"/>
                  </a:lnTo>
                  <a:lnTo>
                    <a:pt x="45" y="325"/>
                  </a:lnTo>
                  <a:lnTo>
                    <a:pt x="36" y="319"/>
                  </a:lnTo>
                  <a:lnTo>
                    <a:pt x="36" y="315"/>
                  </a:lnTo>
                  <a:lnTo>
                    <a:pt x="28" y="309"/>
                  </a:lnTo>
                  <a:lnTo>
                    <a:pt x="28" y="309"/>
                  </a:lnTo>
                  <a:lnTo>
                    <a:pt x="28" y="295"/>
                  </a:lnTo>
                  <a:lnTo>
                    <a:pt x="23" y="292"/>
                  </a:lnTo>
                  <a:lnTo>
                    <a:pt x="22" y="283"/>
                  </a:lnTo>
                  <a:lnTo>
                    <a:pt x="11" y="271"/>
                  </a:lnTo>
                  <a:lnTo>
                    <a:pt x="7" y="271"/>
                  </a:lnTo>
                  <a:lnTo>
                    <a:pt x="13" y="259"/>
                  </a:lnTo>
                  <a:lnTo>
                    <a:pt x="7" y="252"/>
                  </a:lnTo>
                  <a:lnTo>
                    <a:pt x="7" y="246"/>
                  </a:lnTo>
                  <a:lnTo>
                    <a:pt x="0" y="234"/>
                  </a:lnTo>
                  <a:lnTo>
                    <a:pt x="4" y="228"/>
                  </a:lnTo>
                  <a:lnTo>
                    <a:pt x="2" y="228"/>
                  </a:lnTo>
                  <a:lnTo>
                    <a:pt x="6" y="218"/>
                  </a:lnTo>
                  <a:lnTo>
                    <a:pt x="10" y="205"/>
                  </a:lnTo>
                  <a:lnTo>
                    <a:pt x="6" y="193"/>
                  </a:lnTo>
                  <a:lnTo>
                    <a:pt x="12" y="185"/>
                  </a:lnTo>
                  <a:lnTo>
                    <a:pt x="18" y="177"/>
                  </a:lnTo>
                  <a:lnTo>
                    <a:pt x="30" y="174"/>
                  </a:lnTo>
                  <a:lnTo>
                    <a:pt x="42" y="177"/>
                  </a:lnTo>
                  <a:lnTo>
                    <a:pt x="48" y="173"/>
                  </a:lnTo>
                  <a:lnTo>
                    <a:pt x="43" y="166"/>
                  </a:lnTo>
                  <a:lnTo>
                    <a:pt x="50" y="162"/>
                  </a:lnTo>
                  <a:lnTo>
                    <a:pt x="51" y="153"/>
                  </a:lnTo>
                  <a:lnTo>
                    <a:pt x="53" y="148"/>
                  </a:lnTo>
                  <a:lnTo>
                    <a:pt x="48" y="144"/>
                  </a:lnTo>
                  <a:lnTo>
                    <a:pt x="37" y="144"/>
                  </a:lnTo>
                  <a:lnTo>
                    <a:pt x="36" y="139"/>
                  </a:lnTo>
                  <a:lnTo>
                    <a:pt x="40" y="131"/>
                  </a:lnTo>
                  <a:lnTo>
                    <a:pt x="50" y="135"/>
                  </a:lnTo>
                  <a:lnTo>
                    <a:pt x="56" y="130"/>
                  </a:lnTo>
                  <a:lnTo>
                    <a:pt x="56" y="122"/>
                  </a:lnTo>
                  <a:lnTo>
                    <a:pt x="59" y="115"/>
                  </a:lnTo>
                  <a:lnTo>
                    <a:pt x="60" y="110"/>
                  </a:lnTo>
                  <a:lnTo>
                    <a:pt x="63" y="107"/>
                  </a:lnTo>
                  <a:lnTo>
                    <a:pt x="63" y="105"/>
                  </a:lnTo>
                  <a:lnTo>
                    <a:pt x="64" y="105"/>
                  </a:lnTo>
                  <a:lnTo>
                    <a:pt x="62" y="98"/>
                  </a:lnTo>
                  <a:lnTo>
                    <a:pt x="52" y="96"/>
                  </a:lnTo>
                  <a:lnTo>
                    <a:pt x="47" y="89"/>
                  </a:lnTo>
                  <a:lnTo>
                    <a:pt x="50" y="81"/>
                  </a:lnTo>
                  <a:lnTo>
                    <a:pt x="70" y="75"/>
                  </a:lnTo>
                  <a:lnTo>
                    <a:pt x="76" y="73"/>
                  </a:lnTo>
                  <a:lnTo>
                    <a:pt x="86" y="80"/>
                  </a:lnTo>
                  <a:lnTo>
                    <a:pt x="86" y="90"/>
                  </a:lnTo>
                  <a:lnTo>
                    <a:pt x="93" y="97"/>
                  </a:lnTo>
                  <a:lnTo>
                    <a:pt x="98" y="93"/>
                  </a:lnTo>
                  <a:lnTo>
                    <a:pt x="94" y="86"/>
                  </a:lnTo>
                  <a:lnTo>
                    <a:pt x="94" y="80"/>
                  </a:lnTo>
                  <a:lnTo>
                    <a:pt x="98" y="78"/>
                  </a:lnTo>
                  <a:lnTo>
                    <a:pt x="105" y="84"/>
                  </a:lnTo>
                  <a:lnTo>
                    <a:pt x="104" y="93"/>
                  </a:lnTo>
                  <a:lnTo>
                    <a:pt x="114" y="103"/>
                  </a:lnTo>
                  <a:lnTo>
                    <a:pt x="110" y="96"/>
                  </a:lnTo>
                  <a:lnTo>
                    <a:pt x="110" y="84"/>
                  </a:lnTo>
                  <a:lnTo>
                    <a:pt x="108" y="76"/>
                  </a:lnTo>
                  <a:lnTo>
                    <a:pt x="114" y="68"/>
                  </a:lnTo>
                  <a:lnTo>
                    <a:pt x="121" y="67"/>
                  </a:lnTo>
                  <a:lnTo>
                    <a:pt x="128" y="70"/>
                  </a:lnTo>
                  <a:lnTo>
                    <a:pt x="138" y="67"/>
                  </a:lnTo>
                  <a:lnTo>
                    <a:pt x="152" y="81"/>
                  </a:lnTo>
                  <a:lnTo>
                    <a:pt x="172" y="85"/>
                  </a:lnTo>
                  <a:lnTo>
                    <a:pt x="153" y="78"/>
                  </a:lnTo>
                  <a:lnTo>
                    <a:pt x="139" y="64"/>
                  </a:lnTo>
                  <a:lnTo>
                    <a:pt x="128" y="63"/>
                  </a:lnTo>
                  <a:lnTo>
                    <a:pt x="121" y="61"/>
                  </a:lnTo>
                  <a:lnTo>
                    <a:pt x="121" y="55"/>
                  </a:lnTo>
                  <a:lnTo>
                    <a:pt x="128" y="50"/>
                  </a:lnTo>
                  <a:lnTo>
                    <a:pt x="121" y="45"/>
                  </a:lnTo>
                  <a:lnTo>
                    <a:pt x="121" y="35"/>
                  </a:lnTo>
                  <a:lnTo>
                    <a:pt x="112" y="38"/>
                  </a:lnTo>
                  <a:lnTo>
                    <a:pt x="112" y="31"/>
                  </a:lnTo>
                  <a:lnTo>
                    <a:pt x="120" y="31"/>
                  </a:lnTo>
                  <a:lnTo>
                    <a:pt x="128" y="28"/>
                  </a:lnTo>
                  <a:lnTo>
                    <a:pt x="117" y="20"/>
                  </a:lnTo>
                  <a:lnTo>
                    <a:pt x="118" y="14"/>
                  </a:lnTo>
                  <a:lnTo>
                    <a:pt x="114" y="14"/>
                  </a:lnTo>
                  <a:lnTo>
                    <a:pt x="108" y="10"/>
                  </a:lnTo>
                  <a:lnTo>
                    <a:pt x="108" y="3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ar-SA" sz="3200"/>
            </a:p>
          </p:txBody>
        </p:sp>
        <p:sp>
          <p:nvSpPr>
            <p:cNvPr id="141" name="Freeform 36">
              <a:extLst>
                <a:ext uri="{FF2B5EF4-FFF2-40B4-BE49-F238E27FC236}">
                  <a16:creationId xmlns:a16="http://schemas.microsoft.com/office/drawing/2014/main" id="{122B153B-4480-5F78-B39A-EF7B650E25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22925" y="3756982"/>
              <a:ext cx="330070" cy="256952"/>
            </a:xfrm>
            <a:custGeom>
              <a:avLst/>
              <a:gdLst/>
              <a:ahLst/>
              <a:cxnLst>
                <a:cxn ang="0">
                  <a:pos x="106" y="127"/>
                </a:cxn>
                <a:cxn ang="0">
                  <a:pos x="106" y="102"/>
                </a:cxn>
                <a:cxn ang="0">
                  <a:pos x="118" y="86"/>
                </a:cxn>
                <a:cxn ang="0">
                  <a:pos x="142" y="86"/>
                </a:cxn>
                <a:cxn ang="0">
                  <a:pos x="143" y="75"/>
                </a:cxn>
                <a:cxn ang="0">
                  <a:pos x="151" y="62"/>
                </a:cxn>
                <a:cxn ang="0">
                  <a:pos x="148" y="53"/>
                </a:cxn>
                <a:cxn ang="0">
                  <a:pos x="136" y="48"/>
                </a:cxn>
                <a:cxn ang="0">
                  <a:pos x="150" y="44"/>
                </a:cxn>
                <a:cxn ang="0">
                  <a:pos x="156" y="31"/>
                </a:cxn>
                <a:cxn ang="0">
                  <a:pos x="160" y="19"/>
                </a:cxn>
                <a:cxn ang="0">
                  <a:pos x="163" y="14"/>
                </a:cxn>
                <a:cxn ang="0">
                  <a:pos x="147" y="6"/>
                </a:cxn>
                <a:cxn ang="0">
                  <a:pos x="121" y="2"/>
                </a:cxn>
                <a:cxn ang="0">
                  <a:pos x="105" y="6"/>
                </a:cxn>
                <a:cxn ang="0">
                  <a:pos x="89" y="8"/>
                </a:cxn>
                <a:cxn ang="0">
                  <a:pos x="62" y="27"/>
                </a:cxn>
                <a:cxn ang="0">
                  <a:pos x="49" y="29"/>
                </a:cxn>
                <a:cxn ang="0">
                  <a:pos x="40" y="45"/>
                </a:cxn>
                <a:cxn ang="0">
                  <a:pos x="41" y="63"/>
                </a:cxn>
                <a:cxn ang="0">
                  <a:pos x="33" y="75"/>
                </a:cxn>
                <a:cxn ang="0">
                  <a:pos x="26" y="87"/>
                </a:cxn>
                <a:cxn ang="0">
                  <a:pos x="47" y="98"/>
                </a:cxn>
                <a:cxn ang="0">
                  <a:pos x="31" y="102"/>
                </a:cxn>
                <a:cxn ang="0">
                  <a:pos x="32" y="109"/>
                </a:cxn>
                <a:cxn ang="0">
                  <a:pos x="38" y="114"/>
                </a:cxn>
                <a:cxn ang="0">
                  <a:pos x="21" y="106"/>
                </a:cxn>
                <a:cxn ang="0">
                  <a:pos x="6" y="105"/>
                </a:cxn>
                <a:cxn ang="0">
                  <a:pos x="17" y="110"/>
                </a:cxn>
                <a:cxn ang="0">
                  <a:pos x="25" y="115"/>
                </a:cxn>
                <a:cxn ang="0">
                  <a:pos x="25" y="117"/>
                </a:cxn>
                <a:cxn ang="0">
                  <a:pos x="8" y="114"/>
                </a:cxn>
                <a:cxn ang="0">
                  <a:pos x="0" y="114"/>
                </a:cxn>
                <a:cxn ang="0">
                  <a:pos x="9" y="122"/>
                </a:cxn>
                <a:cxn ang="0">
                  <a:pos x="20" y="127"/>
                </a:cxn>
                <a:cxn ang="0">
                  <a:pos x="35" y="121"/>
                </a:cxn>
                <a:cxn ang="0">
                  <a:pos x="43" y="117"/>
                </a:cxn>
                <a:cxn ang="0">
                  <a:pos x="61" y="112"/>
                </a:cxn>
                <a:cxn ang="0">
                  <a:pos x="75" y="117"/>
                </a:cxn>
                <a:cxn ang="0">
                  <a:pos x="90" y="122"/>
                </a:cxn>
                <a:cxn ang="0">
                  <a:pos x="94" y="134"/>
                </a:cxn>
                <a:cxn ang="0">
                  <a:pos x="102" y="137"/>
                </a:cxn>
                <a:cxn ang="0">
                  <a:pos x="23" y="97"/>
                </a:cxn>
                <a:cxn ang="0">
                  <a:pos x="21" y="103"/>
                </a:cxn>
                <a:cxn ang="0">
                  <a:pos x="14" y="100"/>
                </a:cxn>
                <a:cxn ang="0">
                  <a:pos x="19" y="92"/>
                </a:cxn>
                <a:cxn ang="0">
                  <a:pos x="33" y="95"/>
                </a:cxn>
                <a:cxn ang="0">
                  <a:pos x="27" y="97"/>
                </a:cxn>
                <a:cxn ang="0">
                  <a:pos x="20" y="95"/>
                </a:cxn>
              </a:cxnLst>
              <a:rect l="0" t="0" r="r" b="b"/>
              <a:pathLst>
                <a:path w="163" h="137">
                  <a:moveTo>
                    <a:pt x="102" y="137"/>
                  </a:moveTo>
                  <a:lnTo>
                    <a:pt x="106" y="127"/>
                  </a:lnTo>
                  <a:lnTo>
                    <a:pt x="110" y="114"/>
                  </a:lnTo>
                  <a:lnTo>
                    <a:pt x="106" y="102"/>
                  </a:lnTo>
                  <a:lnTo>
                    <a:pt x="112" y="94"/>
                  </a:lnTo>
                  <a:lnTo>
                    <a:pt x="118" y="86"/>
                  </a:lnTo>
                  <a:lnTo>
                    <a:pt x="130" y="83"/>
                  </a:lnTo>
                  <a:lnTo>
                    <a:pt x="142" y="86"/>
                  </a:lnTo>
                  <a:lnTo>
                    <a:pt x="148" y="82"/>
                  </a:lnTo>
                  <a:lnTo>
                    <a:pt x="143" y="75"/>
                  </a:lnTo>
                  <a:lnTo>
                    <a:pt x="150" y="71"/>
                  </a:lnTo>
                  <a:lnTo>
                    <a:pt x="151" y="62"/>
                  </a:lnTo>
                  <a:lnTo>
                    <a:pt x="153" y="57"/>
                  </a:lnTo>
                  <a:lnTo>
                    <a:pt x="148" y="53"/>
                  </a:lnTo>
                  <a:lnTo>
                    <a:pt x="137" y="53"/>
                  </a:lnTo>
                  <a:lnTo>
                    <a:pt x="136" y="48"/>
                  </a:lnTo>
                  <a:lnTo>
                    <a:pt x="140" y="40"/>
                  </a:lnTo>
                  <a:lnTo>
                    <a:pt x="150" y="44"/>
                  </a:lnTo>
                  <a:lnTo>
                    <a:pt x="156" y="39"/>
                  </a:lnTo>
                  <a:lnTo>
                    <a:pt x="156" y="31"/>
                  </a:lnTo>
                  <a:lnTo>
                    <a:pt x="159" y="24"/>
                  </a:lnTo>
                  <a:lnTo>
                    <a:pt x="160" y="19"/>
                  </a:lnTo>
                  <a:lnTo>
                    <a:pt x="163" y="16"/>
                  </a:lnTo>
                  <a:lnTo>
                    <a:pt x="163" y="14"/>
                  </a:lnTo>
                  <a:lnTo>
                    <a:pt x="154" y="12"/>
                  </a:lnTo>
                  <a:lnTo>
                    <a:pt x="147" y="6"/>
                  </a:lnTo>
                  <a:lnTo>
                    <a:pt x="134" y="0"/>
                  </a:lnTo>
                  <a:lnTo>
                    <a:pt x="121" y="2"/>
                  </a:lnTo>
                  <a:lnTo>
                    <a:pt x="113" y="8"/>
                  </a:lnTo>
                  <a:lnTo>
                    <a:pt x="105" y="6"/>
                  </a:lnTo>
                  <a:lnTo>
                    <a:pt x="100" y="8"/>
                  </a:lnTo>
                  <a:lnTo>
                    <a:pt x="89" y="8"/>
                  </a:lnTo>
                  <a:lnTo>
                    <a:pt x="78" y="19"/>
                  </a:lnTo>
                  <a:lnTo>
                    <a:pt x="62" y="27"/>
                  </a:lnTo>
                  <a:lnTo>
                    <a:pt x="59" y="25"/>
                  </a:lnTo>
                  <a:lnTo>
                    <a:pt x="49" y="29"/>
                  </a:lnTo>
                  <a:lnTo>
                    <a:pt x="48" y="39"/>
                  </a:lnTo>
                  <a:lnTo>
                    <a:pt x="40" y="45"/>
                  </a:lnTo>
                  <a:lnTo>
                    <a:pt x="42" y="54"/>
                  </a:lnTo>
                  <a:lnTo>
                    <a:pt x="41" y="63"/>
                  </a:lnTo>
                  <a:lnTo>
                    <a:pt x="36" y="70"/>
                  </a:lnTo>
                  <a:lnTo>
                    <a:pt x="33" y="75"/>
                  </a:lnTo>
                  <a:lnTo>
                    <a:pt x="26" y="80"/>
                  </a:lnTo>
                  <a:lnTo>
                    <a:pt x="26" y="87"/>
                  </a:lnTo>
                  <a:lnTo>
                    <a:pt x="37" y="95"/>
                  </a:lnTo>
                  <a:lnTo>
                    <a:pt x="47" y="98"/>
                  </a:lnTo>
                  <a:lnTo>
                    <a:pt x="36" y="98"/>
                  </a:lnTo>
                  <a:lnTo>
                    <a:pt x="31" y="102"/>
                  </a:lnTo>
                  <a:lnTo>
                    <a:pt x="27" y="104"/>
                  </a:lnTo>
                  <a:lnTo>
                    <a:pt x="32" y="109"/>
                  </a:lnTo>
                  <a:lnTo>
                    <a:pt x="37" y="109"/>
                  </a:lnTo>
                  <a:lnTo>
                    <a:pt x="38" y="114"/>
                  </a:lnTo>
                  <a:lnTo>
                    <a:pt x="30" y="114"/>
                  </a:lnTo>
                  <a:lnTo>
                    <a:pt x="21" y="106"/>
                  </a:lnTo>
                  <a:lnTo>
                    <a:pt x="14" y="103"/>
                  </a:lnTo>
                  <a:lnTo>
                    <a:pt x="6" y="105"/>
                  </a:lnTo>
                  <a:lnTo>
                    <a:pt x="9" y="110"/>
                  </a:lnTo>
                  <a:lnTo>
                    <a:pt x="17" y="110"/>
                  </a:lnTo>
                  <a:lnTo>
                    <a:pt x="23" y="116"/>
                  </a:lnTo>
                  <a:lnTo>
                    <a:pt x="25" y="115"/>
                  </a:lnTo>
                  <a:lnTo>
                    <a:pt x="33" y="120"/>
                  </a:lnTo>
                  <a:lnTo>
                    <a:pt x="25" y="117"/>
                  </a:lnTo>
                  <a:lnTo>
                    <a:pt x="20" y="117"/>
                  </a:lnTo>
                  <a:lnTo>
                    <a:pt x="8" y="114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4" y="116"/>
                  </a:lnTo>
                  <a:lnTo>
                    <a:pt x="9" y="122"/>
                  </a:lnTo>
                  <a:lnTo>
                    <a:pt x="17" y="122"/>
                  </a:lnTo>
                  <a:lnTo>
                    <a:pt x="20" y="127"/>
                  </a:lnTo>
                  <a:lnTo>
                    <a:pt x="25" y="122"/>
                  </a:lnTo>
                  <a:lnTo>
                    <a:pt x="35" y="121"/>
                  </a:lnTo>
                  <a:lnTo>
                    <a:pt x="36" y="118"/>
                  </a:lnTo>
                  <a:lnTo>
                    <a:pt x="43" y="117"/>
                  </a:lnTo>
                  <a:lnTo>
                    <a:pt x="46" y="111"/>
                  </a:lnTo>
                  <a:lnTo>
                    <a:pt x="61" y="112"/>
                  </a:lnTo>
                  <a:lnTo>
                    <a:pt x="66" y="117"/>
                  </a:lnTo>
                  <a:lnTo>
                    <a:pt x="75" y="117"/>
                  </a:lnTo>
                  <a:lnTo>
                    <a:pt x="78" y="122"/>
                  </a:lnTo>
                  <a:lnTo>
                    <a:pt x="90" y="122"/>
                  </a:lnTo>
                  <a:lnTo>
                    <a:pt x="95" y="128"/>
                  </a:lnTo>
                  <a:lnTo>
                    <a:pt x="94" y="134"/>
                  </a:lnTo>
                  <a:lnTo>
                    <a:pt x="102" y="137"/>
                  </a:lnTo>
                  <a:lnTo>
                    <a:pt x="102" y="137"/>
                  </a:lnTo>
                  <a:close/>
                  <a:moveTo>
                    <a:pt x="14" y="100"/>
                  </a:moveTo>
                  <a:lnTo>
                    <a:pt x="23" y="97"/>
                  </a:lnTo>
                  <a:lnTo>
                    <a:pt x="26" y="102"/>
                  </a:lnTo>
                  <a:lnTo>
                    <a:pt x="21" y="103"/>
                  </a:lnTo>
                  <a:lnTo>
                    <a:pt x="20" y="100"/>
                  </a:lnTo>
                  <a:lnTo>
                    <a:pt x="14" y="100"/>
                  </a:lnTo>
                  <a:lnTo>
                    <a:pt x="14" y="100"/>
                  </a:lnTo>
                  <a:close/>
                  <a:moveTo>
                    <a:pt x="19" y="92"/>
                  </a:moveTo>
                  <a:lnTo>
                    <a:pt x="25" y="92"/>
                  </a:lnTo>
                  <a:lnTo>
                    <a:pt x="33" y="95"/>
                  </a:lnTo>
                  <a:lnTo>
                    <a:pt x="31" y="97"/>
                  </a:lnTo>
                  <a:lnTo>
                    <a:pt x="27" y="97"/>
                  </a:lnTo>
                  <a:lnTo>
                    <a:pt x="25" y="94"/>
                  </a:lnTo>
                  <a:lnTo>
                    <a:pt x="20" y="95"/>
                  </a:lnTo>
                  <a:lnTo>
                    <a:pt x="19" y="92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ar-SA" sz="3200"/>
            </a:p>
          </p:txBody>
        </p:sp>
        <p:sp>
          <p:nvSpPr>
            <p:cNvPr id="142" name="Freeform 37">
              <a:extLst>
                <a:ext uri="{FF2B5EF4-FFF2-40B4-BE49-F238E27FC236}">
                  <a16:creationId xmlns:a16="http://schemas.microsoft.com/office/drawing/2014/main" id="{025F2C96-3149-F742-5DA1-A563351C7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0526" y="3965168"/>
              <a:ext cx="261221" cy="189432"/>
            </a:xfrm>
            <a:custGeom>
              <a:avLst/>
              <a:gdLst/>
              <a:ahLst/>
              <a:cxnLst>
                <a:cxn ang="0">
                  <a:pos x="123" y="69"/>
                </a:cxn>
                <a:cxn ang="0">
                  <a:pos x="129" y="57"/>
                </a:cxn>
                <a:cxn ang="0">
                  <a:pos x="123" y="50"/>
                </a:cxn>
                <a:cxn ang="0">
                  <a:pos x="123" y="44"/>
                </a:cxn>
                <a:cxn ang="0">
                  <a:pos x="116" y="32"/>
                </a:cxn>
                <a:cxn ang="0">
                  <a:pos x="120" y="26"/>
                </a:cxn>
                <a:cxn ang="0">
                  <a:pos x="110" y="23"/>
                </a:cxn>
                <a:cxn ang="0">
                  <a:pos x="111" y="17"/>
                </a:cxn>
                <a:cxn ang="0">
                  <a:pos x="106" y="11"/>
                </a:cxn>
                <a:cxn ang="0">
                  <a:pos x="94" y="11"/>
                </a:cxn>
                <a:cxn ang="0">
                  <a:pos x="91" y="6"/>
                </a:cxn>
                <a:cxn ang="0">
                  <a:pos x="82" y="6"/>
                </a:cxn>
                <a:cxn ang="0">
                  <a:pos x="77" y="1"/>
                </a:cxn>
                <a:cxn ang="0">
                  <a:pos x="62" y="0"/>
                </a:cxn>
                <a:cxn ang="0">
                  <a:pos x="59" y="6"/>
                </a:cxn>
                <a:cxn ang="0">
                  <a:pos x="52" y="7"/>
                </a:cxn>
                <a:cxn ang="0">
                  <a:pos x="51" y="10"/>
                </a:cxn>
                <a:cxn ang="0">
                  <a:pos x="41" y="11"/>
                </a:cxn>
                <a:cxn ang="0">
                  <a:pos x="36" y="16"/>
                </a:cxn>
                <a:cxn ang="0">
                  <a:pos x="33" y="11"/>
                </a:cxn>
                <a:cxn ang="0">
                  <a:pos x="25" y="11"/>
                </a:cxn>
                <a:cxn ang="0">
                  <a:pos x="20" y="5"/>
                </a:cxn>
                <a:cxn ang="0">
                  <a:pos x="16" y="3"/>
                </a:cxn>
                <a:cxn ang="0">
                  <a:pos x="6" y="10"/>
                </a:cxn>
                <a:cxn ang="0">
                  <a:pos x="0" y="20"/>
                </a:cxn>
                <a:cxn ang="0">
                  <a:pos x="5" y="23"/>
                </a:cxn>
                <a:cxn ang="0">
                  <a:pos x="7" y="38"/>
                </a:cxn>
                <a:cxn ang="0">
                  <a:pos x="18" y="41"/>
                </a:cxn>
                <a:cxn ang="0">
                  <a:pos x="19" y="49"/>
                </a:cxn>
                <a:cxn ang="0">
                  <a:pos x="33" y="58"/>
                </a:cxn>
                <a:cxn ang="0">
                  <a:pos x="37" y="58"/>
                </a:cxn>
                <a:cxn ang="0">
                  <a:pos x="43" y="62"/>
                </a:cxn>
                <a:cxn ang="0">
                  <a:pos x="49" y="64"/>
                </a:cxn>
                <a:cxn ang="0">
                  <a:pos x="51" y="76"/>
                </a:cxn>
                <a:cxn ang="0">
                  <a:pos x="60" y="80"/>
                </a:cxn>
                <a:cxn ang="0">
                  <a:pos x="65" y="78"/>
                </a:cxn>
                <a:cxn ang="0">
                  <a:pos x="71" y="78"/>
                </a:cxn>
                <a:cxn ang="0">
                  <a:pos x="75" y="81"/>
                </a:cxn>
                <a:cxn ang="0">
                  <a:pos x="81" y="82"/>
                </a:cxn>
                <a:cxn ang="0">
                  <a:pos x="92" y="94"/>
                </a:cxn>
                <a:cxn ang="0">
                  <a:pos x="100" y="96"/>
                </a:cxn>
                <a:cxn ang="0">
                  <a:pos x="109" y="101"/>
                </a:cxn>
                <a:cxn ang="0">
                  <a:pos x="112" y="98"/>
                </a:cxn>
                <a:cxn ang="0">
                  <a:pos x="120" y="98"/>
                </a:cxn>
                <a:cxn ang="0">
                  <a:pos x="120" y="94"/>
                </a:cxn>
                <a:cxn ang="0">
                  <a:pos x="116" y="91"/>
                </a:cxn>
                <a:cxn ang="0">
                  <a:pos x="116" y="85"/>
                </a:cxn>
                <a:cxn ang="0">
                  <a:pos x="112" y="81"/>
                </a:cxn>
                <a:cxn ang="0">
                  <a:pos x="117" y="76"/>
                </a:cxn>
                <a:cxn ang="0">
                  <a:pos x="121" y="69"/>
                </a:cxn>
                <a:cxn ang="0">
                  <a:pos x="123" y="69"/>
                </a:cxn>
              </a:cxnLst>
              <a:rect l="0" t="0" r="r" b="b"/>
              <a:pathLst>
                <a:path w="129" h="101">
                  <a:moveTo>
                    <a:pt x="123" y="69"/>
                  </a:moveTo>
                  <a:lnTo>
                    <a:pt x="129" y="57"/>
                  </a:lnTo>
                  <a:lnTo>
                    <a:pt x="123" y="50"/>
                  </a:lnTo>
                  <a:lnTo>
                    <a:pt x="123" y="44"/>
                  </a:lnTo>
                  <a:lnTo>
                    <a:pt x="116" y="32"/>
                  </a:lnTo>
                  <a:lnTo>
                    <a:pt x="120" y="26"/>
                  </a:lnTo>
                  <a:lnTo>
                    <a:pt x="110" y="23"/>
                  </a:lnTo>
                  <a:lnTo>
                    <a:pt x="111" y="17"/>
                  </a:lnTo>
                  <a:lnTo>
                    <a:pt x="106" y="11"/>
                  </a:lnTo>
                  <a:lnTo>
                    <a:pt x="94" y="11"/>
                  </a:lnTo>
                  <a:lnTo>
                    <a:pt x="91" y="6"/>
                  </a:lnTo>
                  <a:lnTo>
                    <a:pt x="82" y="6"/>
                  </a:lnTo>
                  <a:lnTo>
                    <a:pt x="77" y="1"/>
                  </a:lnTo>
                  <a:lnTo>
                    <a:pt x="62" y="0"/>
                  </a:lnTo>
                  <a:lnTo>
                    <a:pt x="59" y="6"/>
                  </a:lnTo>
                  <a:lnTo>
                    <a:pt x="52" y="7"/>
                  </a:lnTo>
                  <a:lnTo>
                    <a:pt x="51" y="10"/>
                  </a:lnTo>
                  <a:lnTo>
                    <a:pt x="41" y="11"/>
                  </a:lnTo>
                  <a:lnTo>
                    <a:pt x="36" y="16"/>
                  </a:lnTo>
                  <a:lnTo>
                    <a:pt x="33" y="11"/>
                  </a:lnTo>
                  <a:lnTo>
                    <a:pt x="25" y="11"/>
                  </a:lnTo>
                  <a:lnTo>
                    <a:pt x="20" y="5"/>
                  </a:lnTo>
                  <a:lnTo>
                    <a:pt x="16" y="3"/>
                  </a:lnTo>
                  <a:lnTo>
                    <a:pt x="6" y="10"/>
                  </a:lnTo>
                  <a:lnTo>
                    <a:pt x="0" y="20"/>
                  </a:lnTo>
                  <a:lnTo>
                    <a:pt x="5" y="23"/>
                  </a:lnTo>
                  <a:lnTo>
                    <a:pt x="7" y="38"/>
                  </a:lnTo>
                  <a:lnTo>
                    <a:pt x="18" y="41"/>
                  </a:lnTo>
                  <a:lnTo>
                    <a:pt x="19" y="49"/>
                  </a:lnTo>
                  <a:lnTo>
                    <a:pt x="33" y="58"/>
                  </a:lnTo>
                  <a:lnTo>
                    <a:pt x="37" y="58"/>
                  </a:lnTo>
                  <a:lnTo>
                    <a:pt x="43" y="62"/>
                  </a:lnTo>
                  <a:lnTo>
                    <a:pt x="49" y="64"/>
                  </a:lnTo>
                  <a:lnTo>
                    <a:pt x="51" y="76"/>
                  </a:lnTo>
                  <a:lnTo>
                    <a:pt x="60" y="80"/>
                  </a:lnTo>
                  <a:lnTo>
                    <a:pt x="65" y="78"/>
                  </a:lnTo>
                  <a:lnTo>
                    <a:pt x="71" y="78"/>
                  </a:lnTo>
                  <a:lnTo>
                    <a:pt x="75" y="81"/>
                  </a:lnTo>
                  <a:lnTo>
                    <a:pt x="81" y="82"/>
                  </a:lnTo>
                  <a:lnTo>
                    <a:pt x="92" y="94"/>
                  </a:lnTo>
                  <a:lnTo>
                    <a:pt x="100" y="96"/>
                  </a:lnTo>
                  <a:lnTo>
                    <a:pt x="109" y="101"/>
                  </a:lnTo>
                  <a:lnTo>
                    <a:pt x="112" y="98"/>
                  </a:lnTo>
                  <a:lnTo>
                    <a:pt x="120" y="98"/>
                  </a:lnTo>
                  <a:lnTo>
                    <a:pt x="120" y="94"/>
                  </a:lnTo>
                  <a:lnTo>
                    <a:pt x="116" y="91"/>
                  </a:lnTo>
                  <a:lnTo>
                    <a:pt x="116" y="85"/>
                  </a:lnTo>
                  <a:lnTo>
                    <a:pt x="112" y="81"/>
                  </a:lnTo>
                  <a:lnTo>
                    <a:pt x="117" y="76"/>
                  </a:lnTo>
                  <a:lnTo>
                    <a:pt x="121" y="69"/>
                  </a:lnTo>
                  <a:lnTo>
                    <a:pt x="123" y="69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ar-SA" sz="3200"/>
            </a:p>
          </p:txBody>
        </p:sp>
        <p:sp>
          <p:nvSpPr>
            <p:cNvPr id="144" name="Freeform 39">
              <a:extLst>
                <a:ext uri="{FF2B5EF4-FFF2-40B4-BE49-F238E27FC236}">
                  <a16:creationId xmlns:a16="http://schemas.microsoft.com/office/drawing/2014/main" id="{B88E307F-5457-A248-C743-9F6EA36F7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944" y="3535667"/>
              <a:ext cx="376643" cy="414497"/>
            </a:xfrm>
            <a:custGeom>
              <a:avLst/>
              <a:gdLst/>
              <a:ahLst/>
              <a:cxnLst>
                <a:cxn ang="0">
                  <a:pos x="77" y="216"/>
                </a:cxn>
                <a:cxn ang="0">
                  <a:pos x="94" y="201"/>
                </a:cxn>
                <a:cxn ang="0">
                  <a:pos x="109" y="198"/>
                </a:cxn>
                <a:cxn ang="0">
                  <a:pos x="143" y="188"/>
                </a:cxn>
                <a:cxn ang="0">
                  <a:pos x="155" y="183"/>
                </a:cxn>
                <a:cxn ang="0">
                  <a:pos x="163" y="175"/>
                </a:cxn>
                <a:cxn ang="0">
                  <a:pos x="176" y="158"/>
                </a:cxn>
                <a:cxn ang="0">
                  <a:pos x="183" y="124"/>
                </a:cxn>
                <a:cxn ang="0">
                  <a:pos x="184" y="108"/>
                </a:cxn>
                <a:cxn ang="0">
                  <a:pos x="172" y="88"/>
                </a:cxn>
                <a:cxn ang="0">
                  <a:pos x="172" y="77"/>
                </a:cxn>
                <a:cxn ang="0">
                  <a:pos x="143" y="54"/>
                </a:cxn>
                <a:cxn ang="0">
                  <a:pos x="128" y="71"/>
                </a:cxn>
                <a:cxn ang="0">
                  <a:pos x="128" y="35"/>
                </a:cxn>
                <a:cxn ang="0">
                  <a:pos x="141" y="20"/>
                </a:cxn>
                <a:cxn ang="0">
                  <a:pos x="155" y="10"/>
                </a:cxn>
                <a:cxn ang="0">
                  <a:pos x="141" y="6"/>
                </a:cxn>
                <a:cxn ang="0">
                  <a:pos x="127" y="24"/>
                </a:cxn>
                <a:cxn ang="0">
                  <a:pos x="127" y="7"/>
                </a:cxn>
                <a:cxn ang="0">
                  <a:pos x="117" y="13"/>
                </a:cxn>
                <a:cxn ang="0">
                  <a:pos x="100" y="18"/>
                </a:cxn>
                <a:cxn ang="0">
                  <a:pos x="100" y="27"/>
                </a:cxn>
                <a:cxn ang="0">
                  <a:pos x="92" y="33"/>
                </a:cxn>
                <a:cxn ang="0">
                  <a:pos x="95" y="42"/>
                </a:cxn>
                <a:cxn ang="0">
                  <a:pos x="108" y="43"/>
                </a:cxn>
                <a:cxn ang="0">
                  <a:pos x="88" y="61"/>
                </a:cxn>
                <a:cxn ang="0">
                  <a:pos x="63" y="66"/>
                </a:cxn>
                <a:cxn ang="0">
                  <a:pos x="40" y="59"/>
                </a:cxn>
                <a:cxn ang="0">
                  <a:pos x="31" y="62"/>
                </a:cxn>
                <a:cxn ang="0">
                  <a:pos x="37" y="78"/>
                </a:cxn>
                <a:cxn ang="0">
                  <a:pos x="21" y="74"/>
                </a:cxn>
                <a:cxn ang="0">
                  <a:pos x="46" y="87"/>
                </a:cxn>
                <a:cxn ang="0">
                  <a:pos x="36" y="97"/>
                </a:cxn>
                <a:cxn ang="0">
                  <a:pos x="22" y="107"/>
                </a:cxn>
                <a:cxn ang="0">
                  <a:pos x="30" y="113"/>
                </a:cxn>
                <a:cxn ang="0">
                  <a:pos x="69" y="120"/>
                </a:cxn>
                <a:cxn ang="0">
                  <a:pos x="46" y="139"/>
                </a:cxn>
                <a:cxn ang="0">
                  <a:pos x="25" y="158"/>
                </a:cxn>
                <a:cxn ang="0">
                  <a:pos x="46" y="155"/>
                </a:cxn>
                <a:cxn ang="0">
                  <a:pos x="65" y="152"/>
                </a:cxn>
                <a:cxn ang="0">
                  <a:pos x="39" y="159"/>
                </a:cxn>
                <a:cxn ang="0">
                  <a:pos x="29" y="171"/>
                </a:cxn>
                <a:cxn ang="0">
                  <a:pos x="23" y="177"/>
                </a:cxn>
                <a:cxn ang="0">
                  <a:pos x="13" y="174"/>
                </a:cxn>
                <a:cxn ang="0">
                  <a:pos x="30" y="181"/>
                </a:cxn>
                <a:cxn ang="0">
                  <a:pos x="5" y="199"/>
                </a:cxn>
                <a:cxn ang="0">
                  <a:pos x="35" y="198"/>
                </a:cxn>
                <a:cxn ang="0">
                  <a:pos x="24" y="212"/>
                </a:cxn>
                <a:cxn ang="0">
                  <a:pos x="25" y="216"/>
                </a:cxn>
                <a:cxn ang="0">
                  <a:pos x="41" y="217"/>
                </a:cxn>
              </a:cxnLst>
              <a:rect l="0" t="0" r="r" b="b"/>
              <a:pathLst>
                <a:path w="186" h="221">
                  <a:moveTo>
                    <a:pt x="47" y="221"/>
                  </a:moveTo>
                  <a:lnTo>
                    <a:pt x="63" y="220"/>
                  </a:lnTo>
                  <a:lnTo>
                    <a:pt x="77" y="216"/>
                  </a:lnTo>
                  <a:lnTo>
                    <a:pt x="88" y="209"/>
                  </a:lnTo>
                  <a:lnTo>
                    <a:pt x="85" y="200"/>
                  </a:lnTo>
                  <a:lnTo>
                    <a:pt x="94" y="201"/>
                  </a:lnTo>
                  <a:lnTo>
                    <a:pt x="91" y="206"/>
                  </a:lnTo>
                  <a:lnTo>
                    <a:pt x="100" y="206"/>
                  </a:lnTo>
                  <a:lnTo>
                    <a:pt x="109" y="198"/>
                  </a:lnTo>
                  <a:lnTo>
                    <a:pt x="115" y="198"/>
                  </a:lnTo>
                  <a:lnTo>
                    <a:pt x="117" y="191"/>
                  </a:lnTo>
                  <a:lnTo>
                    <a:pt x="143" y="188"/>
                  </a:lnTo>
                  <a:lnTo>
                    <a:pt x="145" y="182"/>
                  </a:lnTo>
                  <a:lnTo>
                    <a:pt x="149" y="188"/>
                  </a:lnTo>
                  <a:lnTo>
                    <a:pt x="155" y="183"/>
                  </a:lnTo>
                  <a:lnTo>
                    <a:pt x="160" y="186"/>
                  </a:lnTo>
                  <a:lnTo>
                    <a:pt x="173" y="186"/>
                  </a:lnTo>
                  <a:lnTo>
                    <a:pt x="163" y="175"/>
                  </a:lnTo>
                  <a:lnTo>
                    <a:pt x="170" y="172"/>
                  </a:lnTo>
                  <a:lnTo>
                    <a:pt x="178" y="165"/>
                  </a:lnTo>
                  <a:lnTo>
                    <a:pt x="176" y="158"/>
                  </a:lnTo>
                  <a:lnTo>
                    <a:pt x="184" y="151"/>
                  </a:lnTo>
                  <a:lnTo>
                    <a:pt x="186" y="142"/>
                  </a:lnTo>
                  <a:lnTo>
                    <a:pt x="183" y="124"/>
                  </a:lnTo>
                  <a:lnTo>
                    <a:pt x="176" y="120"/>
                  </a:lnTo>
                  <a:lnTo>
                    <a:pt x="184" y="117"/>
                  </a:lnTo>
                  <a:lnTo>
                    <a:pt x="184" y="108"/>
                  </a:lnTo>
                  <a:lnTo>
                    <a:pt x="178" y="100"/>
                  </a:lnTo>
                  <a:lnTo>
                    <a:pt x="179" y="91"/>
                  </a:lnTo>
                  <a:lnTo>
                    <a:pt x="172" y="88"/>
                  </a:lnTo>
                  <a:lnTo>
                    <a:pt x="175" y="83"/>
                  </a:lnTo>
                  <a:lnTo>
                    <a:pt x="181" y="83"/>
                  </a:lnTo>
                  <a:lnTo>
                    <a:pt x="172" y="77"/>
                  </a:lnTo>
                  <a:lnTo>
                    <a:pt x="164" y="76"/>
                  </a:lnTo>
                  <a:lnTo>
                    <a:pt x="156" y="60"/>
                  </a:lnTo>
                  <a:lnTo>
                    <a:pt x="143" y="54"/>
                  </a:lnTo>
                  <a:lnTo>
                    <a:pt x="138" y="58"/>
                  </a:lnTo>
                  <a:lnTo>
                    <a:pt x="134" y="70"/>
                  </a:lnTo>
                  <a:lnTo>
                    <a:pt x="128" y="71"/>
                  </a:lnTo>
                  <a:lnTo>
                    <a:pt x="109" y="54"/>
                  </a:lnTo>
                  <a:lnTo>
                    <a:pt x="118" y="36"/>
                  </a:lnTo>
                  <a:lnTo>
                    <a:pt x="128" y="35"/>
                  </a:lnTo>
                  <a:lnTo>
                    <a:pt x="131" y="27"/>
                  </a:lnTo>
                  <a:lnTo>
                    <a:pt x="137" y="25"/>
                  </a:lnTo>
                  <a:lnTo>
                    <a:pt x="141" y="20"/>
                  </a:lnTo>
                  <a:lnTo>
                    <a:pt x="137" y="21"/>
                  </a:lnTo>
                  <a:lnTo>
                    <a:pt x="146" y="14"/>
                  </a:lnTo>
                  <a:lnTo>
                    <a:pt x="155" y="10"/>
                  </a:lnTo>
                  <a:lnTo>
                    <a:pt x="145" y="6"/>
                  </a:lnTo>
                  <a:lnTo>
                    <a:pt x="138" y="0"/>
                  </a:lnTo>
                  <a:lnTo>
                    <a:pt x="141" y="6"/>
                  </a:lnTo>
                  <a:lnTo>
                    <a:pt x="132" y="6"/>
                  </a:lnTo>
                  <a:lnTo>
                    <a:pt x="133" y="15"/>
                  </a:lnTo>
                  <a:lnTo>
                    <a:pt x="127" y="24"/>
                  </a:lnTo>
                  <a:lnTo>
                    <a:pt x="128" y="18"/>
                  </a:lnTo>
                  <a:lnTo>
                    <a:pt x="131" y="14"/>
                  </a:lnTo>
                  <a:lnTo>
                    <a:pt x="127" y="7"/>
                  </a:lnTo>
                  <a:lnTo>
                    <a:pt x="121" y="8"/>
                  </a:lnTo>
                  <a:lnTo>
                    <a:pt x="124" y="13"/>
                  </a:lnTo>
                  <a:lnTo>
                    <a:pt x="117" y="13"/>
                  </a:lnTo>
                  <a:lnTo>
                    <a:pt x="114" y="9"/>
                  </a:lnTo>
                  <a:lnTo>
                    <a:pt x="100" y="13"/>
                  </a:lnTo>
                  <a:lnTo>
                    <a:pt x="100" y="18"/>
                  </a:lnTo>
                  <a:lnTo>
                    <a:pt x="97" y="18"/>
                  </a:lnTo>
                  <a:lnTo>
                    <a:pt x="93" y="25"/>
                  </a:lnTo>
                  <a:lnTo>
                    <a:pt x="100" y="27"/>
                  </a:lnTo>
                  <a:lnTo>
                    <a:pt x="98" y="31"/>
                  </a:lnTo>
                  <a:lnTo>
                    <a:pt x="92" y="31"/>
                  </a:lnTo>
                  <a:lnTo>
                    <a:pt x="92" y="33"/>
                  </a:lnTo>
                  <a:lnTo>
                    <a:pt x="83" y="36"/>
                  </a:lnTo>
                  <a:lnTo>
                    <a:pt x="86" y="42"/>
                  </a:lnTo>
                  <a:lnTo>
                    <a:pt x="95" y="42"/>
                  </a:lnTo>
                  <a:lnTo>
                    <a:pt x="94" y="44"/>
                  </a:lnTo>
                  <a:lnTo>
                    <a:pt x="102" y="42"/>
                  </a:lnTo>
                  <a:lnTo>
                    <a:pt x="108" y="43"/>
                  </a:lnTo>
                  <a:lnTo>
                    <a:pt x="97" y="53"/>
                  </a:lnTo>
                  <a:lnTo>
                    <a:pt x="83" y="58"/>
                  </a:lnTo>
                  <a:lnTo>
                    <a:pt x="88" y="61"/>
                  </a:lnTo>
                  <a:lnTo>
                    <a:pt x="76" y="62"/>
                  </a:lnTo>
                  <a:lnTo>
                    <a:pt x="69" y="60"/>
                  </a:lnTo>
                  <a:lnTo>
                    <a:pt x="63" y="66"/>
                  </a:lnTo>
                  <a:lnTo>
                    <a:pt x="60" y="59"/>
                  </a:lnTo>
                  <a:lnTo>
                    <a:pt x="40" y="55"/>
                  </a:lnTo>
                  <a:lnTo>
                    <a:pt x="40" y="59"/>
                  </a:lnTo>
                  <a:lnTo>
                    <a:pt x="28" y="56"/>
                  </a:lnTo>
                  <a:lnTo>
                    <a:pt x="25" y="67"/>
                  </a:lnTo>
                  <a:lnTo>
                    <a:pt x="31" y="62"/>
                  </a:lnTo>
                  <a:lnTo>
                    <a:pt x="33" y="70"/>
                  </a:lnTo>
                  <a:lnTo>
                    <a:pt x="35" y="71"/>
                  </a:lnTo>
                  <a:lnTo>
                    <a:pt x="37" y="78"/>
                  </a:lnTo>
                  <a:lnTo>
                    <a:pt x="33" y="78"/>
                  </a:lnTo>
                  <a:lnTo>
                    <a:pt x="31" y="73"/>
                  </a:lnTo>
                  <a:lnTo>
                    <a:pt x="21" y="74"/>
                  </a:lnTo>
                  <a:lnTo>
                    <a:pt x="34" y="83"/>
                  </a:lnTo>
                  <a:lnTo>
                    <a:pt x="42" y="81"/>
                  </a:lnTo>
                  <a:lnTo>
                    <a:pt x="46" y="87"/>
                  </a:lnTo>
                  <a:lnTo>
                    <a:pt x="34" y="89"/>
                  </a:lnTo>
                  <a:lnTo>
                    <a:pt x="33" y="94"/>
                  </a:lnTo>
                  <a:lnTo>
                    <a:pt x="36" y="97"/>
                  </a:lnTo>
                  <a:lnTo>
                    <a:pt x="23" y="97"/>
                  </a:lnTo>
                  <a:lnTo>
                    <a:pt x="25" y="105"/>
                  </a:lnTo>
                  <a:lnTo>
                    <a:pt x="22" y="107"/>
                  </a:lnTo>
                  <a:lnTo>
                    <a:pt x="28" y="111"/>
                  </a:lnTo>
                  <a:lnTo>
                    <a:pt x="34" y="108"/>
                  </a:lnTo>
                  <a:lnTo>
                    <a:pt x="30" y="113"/>
                  </a:lnTo>
                  <a:lnTo>
                    <a:pt x="41" y="111"/>
                  </a:lnTo>
                  <a:lnTo>
                    <a:pt x="44" y="120"/>
                  </a:lnTo>
                  <a:lnTo>
                    <a:pt x="69" y="120"/>
                  </a:lnTo>
                  <a:lnTo>
                    <a:pt x="60" y="128"/>
                  </a:lnTo>
                  <a:lnTo>
                    <a:pt x="54" y="125"/>
                  </a:lnTo>
                  <a:lnTo>
                    <a:pt x="46" y="139"/>
                  </a:lnTo>
                  <a:lnTo>
                    <a:pt x="50" y="139"/>
                  </a:lnTo>
                  <a:lnTo>
                    <a:pt x="42" y="148"/>
                  </a:lnTo>
                  <a:lnTo>
                    <a:pt x="25" y="158"/>
                  </a:lnTo>
                  <a:lnTo>
                    <a:pt x="33" y="158"/>
                  </a:lnTo>
                  <a:lnTo>
                    <a:pt x="41" y="153"/>
                  </a:lnTo>
                  <a:lnTo>
                    <a:pt x="46" y="155"/>
                  </a:lnTo>
                  <a:lnTo>
                    <a:pt x="57" y="155"/>
                  </a:lnTo>
                  <a:lnTo>
                    <a:pt x="64" y="149"/>
                  </a:lnTo>
                  <a:lnTo>
                    <a:pt x="65" y="152"/>
                  </a:lnTo>
                  <a:lnTo>
                    <a:pt x="74" y="153"/>
                  </a:lnTo>
                  <a:lnTo>
                    <a:pt x="54" y="158"/>
                  </a:lnTo>
                  <a:lnTo>
                    <a:pt x="39" y="159"/>
                  </a:lnTo>
                  <a:lnTo>
                    <a:pt x="35" y="164"/>
                  </a:lnTo>
                  <a:lnTo>
                    <a:pt x="25" y="166"/>
                  </a:lnTo>
                  <a:lnTo>
                    <a:pt x="29" y="171"/>
                  </a:lnTo>
                  <a:lnTo>
                    <a:pt x="27" y="175"/>
                  </a:lnTo>
                  <a:lnTo>
                    <a:pt x="30" y="176"/>
                  </a:lnTo>
                  <a:lnTo>
                    <a:pt x="23" y="177"/>
                  </a:lnTo>
                  <a:lnTo>
                    <a:pt x="17" y="172"/>
                  </a:lnTo>
                  <a:lnTo>
                    <a:pt x="15" y="176"/>
                  </a:lnTo>
                  <a:lnTo>
                    <a:pt x="13" y="174"/>
                  </a:lnTo>
                  <a:lnTo>
                    <a:pt x="0" y="180"/>
                  </a:lnTo>
                  <a:lnTo>
                    <a:pt x="2" y="182"/>
                  </a:lnTo>
                  <a:lnTo>
                    <a:pt x="30" y="181"/>
                  </a:lnTo>
                  <a:lnTo>
                    <a:pt x="21" y="188"/>
                  </a:lnTo>
                  <a:lnTo>
                    <a:pt x="8" y="191"/>
                  </a:lnTo>
                  <a:lnTo>
                    <a:pt x="5" y="199"/>
                  </a:lnTo>
                  <a:lnTo>
                    <a:pt x="12" y="199"/>
                  </a:lnTo>
                  <a:lnTo>
                    <a:pt x="13" y="204"/>
                  </a:lnTo>
                  <a:lnTo>
                    <a:pt x="35" y="198"/>
                  </a:lnTo>
                  <a:lnTo>
                    <a:pt x="19" y="207"/>
                  </a:lnTo>
                  <a:lnTo>
                    <a:pt x="12" y="212"/>
                  </a:lnTo>
                  <a:lnTo>
                    <a:pt x="24" y="212"/>
                  </a:lnTo>
                  <a:lnTo>
                    <a:pt x="39" y="205"/>
                  </a:lnTo>
                  <a:lnTo>
                    <a:pt x="37" y="211"/>
                  </a:lnTo>
                  <a:lnTo>
                    <a:pt x="25" y="216"/>
                  </a:lnTo>
                  <a:lnTo>
                    <a:pt x="33" y="216"/>
                  </a:lnTo>
                  <a:lnTo>
                    <a:pt x="30" y="220"/>
                  </a:lnTo>
                  <a:lnTo>
                    <a:pt x="41" y="217"/>
                  </a:lnTo>
                  <a:lnTo>
                    <a:pt x="47" y="221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ar-SA" sz="3200"/>
            </a:p>
          </p:txBody>
        </p:sp>
        <p:sp>
          <p:nvSpPr>
            <p:cNvPr id="145" name="Freeform 40">
              <a:extLst>
                <a:ext uri="{FF2B5EF4-FFF2-40B4-BE49-F238E27FC236}">
                  <a16:creationId xmlns:a16="http://schemas.microsoft.com/office/drawing/2014/main" id="{B9B34F9B-3B17-99D0-10F2-7B1DA257F6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666" y="2897978"/>
              <a:ext cx="801887" cy="1232241"/>
            </a:xfrm>
            <a:custGeom>
              <a:avLst/>
              <a:gdLst/>
              <a:ahLst/>
              <a:cxnLst>
                <a:cxn ang="0">
                  <a:pos x="19" y="375"/>
                </a:cxn>
                <a:cxn ang="0">
                  <a:pos x="93" y="379"/>
                </a:cxn>
                <a:cxn ang="0">
                  <a:pos x="84" y="413"/>
                </a:cxn>
                <a:cxn ang="0">
                  <a:pos x="283" y="10"/>
                </a:cxn>
                <a:cxn ang="0">
                  <a:pos x="263" y="28"/>
                </a:cxn>
                <a:cxn ang="0">
                  <a:pos x="285" y="613"/>
                </a:cxn>
                <a:cxn ang="0">
                  <a:pos x="115" y="313"/>
                </a:cxn>
                <a:cxn ang="0">
                  <a:pos x="46" y="282"/>
                </a:cxn>
                <a:cxn ang="0">
                  <a:pos x="67" y="245"/>
                </a:cxn>
                <a:cxn ang="0">
                  <a:pos x="177" y="126"/>
                </a:cxn>
                <a:cxn ang="0">
                  <a:pos x="177" y="126"/>
                </a:cxn>
                <a:cxn ang="0">
                  <a:pos x="49" y="175"/>
                </a:cxn>
                <a:cxn ang="0">
                  <a:pos x="46" y="188"/>
                </a:cxn>
                <a:cxn ang="0">
                  <a:pos x="35" y="216"/>
                </a:cxn>
                <a:cxn ang="0">
                  <a:pos x="38" y="223"/>
                </a:cxn>
                <a:cxn ang="0">
                  <a:pos x="34" y="225"/>
                </a:cxn>
                <a:cxn ang="0">
                  <a:pos x="64" y="223"/>
                </a:cxn>
                <a:cxn ang="0">
                  <a:pos x="87" y="233"/>
                </a:cxn>
                <a:cxn ang="0">
                  <a:pos x="92" y="277"/>
                </a:cxn>
                <a:cxn ang="0">
                  <a:pos x="94" y="298"/>
                </a:cxn>
                <a:cxn ang="0">
                  <a:pos x="70" y="330"/>
                </a:cxn>
                <a:cxn ang="0">
                  <a:pos x="150" y="464"/>
                </a:cxn>
                <a:cxn ang="0">
                  <a:pos x="134" y="419"/>
                </a:cxn>
                <a:cxn ang="0">
                  <a:pos x="139" y="638"/>
                </a:cxn>
                <a:cxn ang="0">
                  <a:pos x="181" y="625"/>
                </a:cxn>
                <a:cxn ang="0">
                  <a:pos x="260" y="610"/>
                </a:cxn>
                <a:cxn ang="0">
                  <a:pos x="337" y="607"/>
                </a:cxn>
                <a:cxn ang="0">
                  <a:pos x="387" y="574"/>
                </a:cxn>
                <a:cxn ang="0">
                  <a:pos x="345" y="566"/>
                </a:cxn>
                <a:cxn ang="0">
                  <a:pos x="377" y="540"/>
                </a:cxn>
                <a:cxn ang="0">
                  <a:pos x="391" y="489"/>
                </a:cxn>
                <a:cxn ang="0">
                  <a:pos x="320" y="448"/>
                </a:cxn>
                <a:cxn ang="0">
                  <a:pos x="315" y="441"/>
                </a:cxn>
                <a:cxn ang="0">
                  <a:pos x="284" y="389"/>
                </a:cxn>
                <a:cxn ang="0">
                  <a:pos x="215" y="307"/>
                </a:cxn>
                <a:cxn ang="0">
                  <a:pos x="193" y="296"/>
                </a:cxn>
                <a:cxn ang="0">
                  <a:pos x="211" y="269"/>
                </a:cxn>
                <a:cxn ang="0">
                  <a:pos x="226" y="209"/>
                </a:cxn>
                <a:cxn ang="0">
                  <a:pos x="152" y="219"/>
                </a:cxn>
                <a:cxn ang="0">
                  <a:pos x="190" y="164"/>
                </a:cxn>
                <a:cxn ang="0">
                  <a:pos x="140" y="163"/>
                </a:cxn>
                <a:cxn ang="0">
                  <a:pos x="109" y="176"/>
                </a:cxn>
                <a:cxn ang="0">
                  <a:pos x="98" y="204"/>
                </a:cxn>
                <a:cxn ang="0">
                  <a:pos x="103" y="226"/>
                </a:cxn>
                <a:cxn ang="0">
                  <a:pos x="95" y="242"/>
                </a:cxn>
                <a:cxn ang="0">
                  <a:pos x="77" y="266"/>
                </a:cxn>
                <a:cxn ang="0">
                  <a:pos x="109" y="269"/>
                </a:cxn>
                <a:cxn ang="0">
                  <a:pos x="93" y="338"/>
                </a:cxn>
                <a:cxn ang="0">
                  <a:pos x="109" y="304"/>
                </a:cxn>
                <a:cxn ang="0">
                  <a:pos x="128" y="309"/>
                </a:cxn>
                <a:cxn ang="0">
                  <a:pos x="121" y="375"/>
                </a:cxn>
                <a:cxn ang="0">
                  <a:pos x="197" y="366"/>
                </a:cxn>
                <a:cxn ang="0">
                  <a:pos x="199" y="441"/>
                </a:cxn>
                <a:cxn ang="0">
                  <a:pos x="193" y="466"/>
                </a:cxn>
                <a:cxn ang="0">
                  <a:pos x="155" y="486"/>
                </a:cxn>
                <a:cxn ang="0">
                  <a:pos x="116" y="539"/>
                </a:cxn>
                <a:cxn ang="0">
                  <a:pos x="146" y="557"/>
                </a:cxn>
                <a:cxn ang="0">
                  <a:pos x="204" y="567"/>
                </a:cxn>
                <a:cxn ang="0">
                  <a:pos x="151" y="587"/>
                </a:cxn>
                <a:cxn ang="0">
                  <a:pos x="99" y="644"/>
                </a:cxn>
              </a:cxnLst>
              <a:rect l="0" t="0" r="r" b="b"/>
              <a:pathLst>
                <a:path w="396" h="657">
                  <a:moveTo>
                    <a:pt x="72" y="423"/>
                  </a:moveTo>
                  <a:lnTo>
                    <a:pt x="63" y="417"/>
                  </a:lnTo>
                  <a:lnTo>
                    <a:pt x="55" y="416"/>
                  </a:lnTo>
                  <a:lnTo>
                    <a:pt x="47" y="400"/>
                  </a:lnTo>
                  <a:lnTo>
                    <a:pt x="34" y="394"/>
                  </a:lnTo>
                  <a:lnTo>
                    <a:pt x="29" y="398"/>
                  </a:lnTo>
                  <a:lnTo>
                    <a:pt x="25" y="410"/>
                  </a:lnTo>
                  <a:lnTo>
                    <a:pt x="19" y="411"/>
                  </a:lnTo>
                  <a:lnTo>
                    <a:pt x="0" y="394"/>
                  </a:lnTo>
                  <a:lnTo>
                    <a:pt x="9" y="376"/>
                  </a:lnTo>
                  <a:lnTo>
                    <a:pt x="19" y="375"/>
                  </a:lnTo>
                  <a:lnTo>
                    <a:pt x="22" y="367"/>
                  </a:lnTo>
                  <a:lnTo>
                    <a:pt x="28" y="365"/>
                  </a:lnTo>
                  <a:lnTo>
                    <a:pt x="32" y="360"/>
                  </a:lnTo>
                  <a:lnTo>
                    <a:pt x="41" y="359"/>
                  </a:lnTo>
                  <a:lnTo>
                    <a:pt x="43" y="355"/>
                  </a:lnTo>
                  <a:lnTo>
                    <a:pt x="49" y="355"/>
                  </a:lnTo>
                  <a:lnTo>
                    <a:pt x="58" y="350"/>
                  </a:lnTo>
                  <a:lnTo>
                    <a:pt x="71" y="352"/>
                  </a:lnTo>
                  <a:lnTo>
                    <a:pt x="78" y="355"/>
                  </a:lnTo>
                  <a:lnTo>
                    <a:pt x="80" y="362"/>
                  </a:lnTo>
                  <a:lnTo>
                    <a:pt x="93" y="379"/>
                  </a:lnTo>
                  <a:lnTo>
                    <a:pt x="86" y="384"/>
                  </a:lnTo>
                  <a:lnTo>
                    <a:pt x="98" y="384"/>
                  </a:lnTo>
                  <a:lnTo>
                    <a:pt x="101" y="402"/>
                  </a:lnTo>
                  <a:lnTo>
                    <a:pt x="95" y="389"/>
                  </a:lnTo>
                  <a:lnTo>
                    <a:pt x="90" y="389"/>
                  </a:lnTo>
                  <a:lnTo>
                    <a:pt x="93" y="394"/>
                  </a:lnTo>
                  <a:lnTo>
                    <a:pt x="90" y="400"/>
                  </a:lnTo>
                  <a:lnTo>
                    <a:pt x="98" y="401"/>
                  </a:lnTo>
                  <a:lnTo>
                    <a:pt x="96" y="408"/>
                  </a:lnTo>
                  <a:lnTo>
                    <a:pt x="86" y="407"/>
                  </a:lnTo>
                  <a:lnTo>
                    <a:pt x="84" y="413"/>
                  </a:lnTo>
                  <a:lnTo>
                    <a:pt x="77" y="418"/>
                  </a:lnTo>
                  <a:lnTo>
                    <a:pt x="74" y="417"/>
                  </a:lnTo>
                  <a:lnTo>
                    <a:pt x="74" y="423"/>
                  </a:lnTo>
                  <a:lnTo>
                    <a:pt x="72" y="423"/>
                  </a:lnTo>
                  <a:lnTo>
                    <a:pt x="72" y="423"/>
                  </a:lnTo>
                  <a:close/>
                  <a:moveTo>
                    <a:pt x="264" y="58"/>
                  </a:moveTo>
                  <a:lnTo>
                    <a:pt x="269" y="52"/>
                  </a:lnTo>
                  <a:lnTo>
                    <a:pt x="272" y="54"/>
                  </a:lnTo>
                  <a:lnTo>
                    <a:pt x="264" y="58"/>
                  </a:lnTo>
                  <a:lnTo>
                    <a:pt x="264" y="58"/>
                  </a:lnTo>
                  <a:close/>
                  <a:moveTo>
                    <a:pt x="283" y="10"/>
                  </a:moveTo>
                  <a:lnTo>
                    <a:pt x="279" y="5"/>
                  </a:lnTo>
                  <a:lnTo>
                    <a:pt x="285" y="0"/>
                  </a:lnTo>
                  <a:lnTo>
                    <a:pt x="283" y="10"/>
                  </a:lnTo>
                  <a:lnTo>
                    <a:pt x="283" y="10"/>
                  </a:lnTo>
                  <a:close/>
                  <a:moveTo>
                    <a:pt x="263" y="28"/>
                  </a:moveTo>
                  <a:lnTo>
                    <a:pt x="264" y="18"/>
                  </a:lnTo>
                  <a:lnTo>
                    <a:pt x="258" y="19"/>
                  </a:lnTo>
                  <a:lnTo>
                    <a:pt x="256" y="25"/>
                  </a:lnTo>
                  <a:lnTo>
                    <a:pt x="256" y="25"/>
                  </a:lnTo>
                  <a:lnTo>
                    <a:pt x="263" y="28"/>
                  </a:lnTo>
                  <a:lnTo>
                    <a:pt x="263" y="28"/>
                  </a:lnTo>
                  <a:close/>
                  <a:moveTo>
                    <a:pt x="358" y="569"/>
                  </a:moveTo>
                  <a:lnTo>
                    <a:pt x="364" y="572"/>
                  </a:lnTo>
                  <a:lnTo>
                    <a:pt x="368" y="570"/>
                  </a:lnTo>
                  <a:lnTo>
                    <a:pt x="365" y="567"/>
                  </a:lnTo>
                  <a:lnTo>
                    <a:pt x="361" y="567"/>
                  </a:lnTo>
                  <a:lnTo>
                    <a:pt x="358" y="569"/>
                  </a:lnTo>
                  <a:lnTo>
                    <a:pt x="358" y="569"/>
                  </a:lnTo>
                  <a:close/>
                  <a:moveTo>
                    <a:pt x="263" y="616"/>
                  </a:moveTo>
                  <a:lnTo>
                    <a:pt x="275" y="610"/>
                  </a:lnTo>
                  <a:lnTo>
                    <a:pt x="280" y="613"/>
                  </a:lnTo>
                  <a:lnTo>
                    <a:pt x="285" y="613"/>
                  </a:lnTo>
                  <a:lnTo>
                    <a:pt x="281" y="618"/>
                  </a:lnTo>
                  <a:lnTo>
                    <a:pt x="281" y="620"/>
                  </a:lnTo>
                  <a:lnTo>
                    <a:pt x="275" y="621"/>
                  </a:lnTo>
                  <a:lnTo>
                    <a:pt x="269" y="618"/>
                  </a:lnTo>
                  <a:lnTo>
                    <a:pt x="263" y="616"/>
                  </a:lnTo>
                  <a:lnTo>
                    <a:pt x="263" y="616"/>
                  </a:lnTo>
                  <a:close/>
                  <a:moveTo>
                    <a:pt x="115" y="313"/>
                  </a:moveTo>
                  <a:lnTo>
                    <a:pt x="115" y="319"/>
                  </a:lnTo>
                  <a:lnTo>
                    <a:pt x="119" y="323"/>
                  </a:lnTo>
                  <a:lnTo>
                    <a:pt x="118" y="317"/>
                  </a:lnTo>
                  <a:lnTo>
                    <a:pt x="115" y="313"/>
                  </a:lnTo>
                  <a:lnTo>
                    <a:pt x="115" y="313"/>
                  </a:lnTo>
                  <a:close/>
                  <a:moveTo>
                    <a:pt x="72" y="307"/>
                  </a:moveTo>
                  <a:lnTo>
                    <a:pt x="75" y="298"/>
                  </a:lnTo>
                  <a:lnTo>
                    <a:pt x="76" y="303"/>
                  </a:lnTo>
                  <a:lnTo>
                    <a:pt x="72" y="307"/>
                  </a:lnTo>
                  <a:lnTo>
                    <a:pt x="72" y="307"/>
                  </a:lnTo>
                  <a:close/>
                  <a:moveTo>
                    <a:pt x="46" y="282"/>
                  </a:moveTo>
                  <a:lnTo>
                    <a:pt x="47" y="275"/>
                  </a:lnTo>
                  <a:lnTo>
                    <a:pt x="54" y="275"/>
                  </a:lnTo>
                  <a:lnTo>
                    <a:pt x="46" y="282"/>
                  </a:lnTo>
                  <a:lnTo>
                    <a:pt x="46" y="282"/>
                  </a:lnTo>
                  <a:close/>
                  <a:moveTo>
                    <a:pt x="58" y="273"/>
                  </a:moveTo>
                  <a:lnTo>
                    <a:pt x="65" y="263"/>
                  </a:lnTo>
                  <a:lnTo>
                    <a:pt x="64" y="271"/>
                  </a:lnTo>
                  <a:lnTo>
                    <a:pt x="58" y="273"/>
                  </a:lnTo>
                  <a:lnTo>
                    <a:pt x="58" y="273"/>
                  </a:lnTo>
                  <a:close/>
                  <a:moveTo>
                    <a:pt x="76" y="256"/>
                  </a:moveTo>
                  <a:lnTo>
                    <a:pt x="81" y="252"/>
                  </a:lnTo>
                  <a:lnTo>
                    <a:pt x="76" y="252"/>
                  </a:lnTo>
                  <a:lnTo>
                    <a:pt x="76" y="256"/>
                  </a:lnTo>
                  <a:lnTo>
                    <a:pt x="76" y="256"/>
                  </a:lnTo>
                  <a:close/>
                  <a:moveTo>
                    <a:pt x="67" y="245"/>
                  </a:moveTo>
                  <a:lnTo>
                    <a:pt x="71" y="252"/>
                  </a:lnTo>
                  <a:lnTo>
                    <a:pt x="75" y="249"/>
                  </a:lnTo>
                  <a:lnTo>
                    <a:pt x="72" y="245"/>
                  </a:lnTo>
                  <a:lnTo>
                    <a:pt x="67" y="245"/>
                  </a:lnTo>
                  <a:lnTo>
                    <a:pt x="67" y="245"/>
                  </a:lnTo>
                  <a:close/>
                  <a:moveTo>
                    <a:pt x="187" y="122"/>
                  </a:moveTo>
                  <a:lnTo>
                    <a:pt x="191" y="126"/>
                  </a:lnTo>
                  <a:lnTo>
                    <a:pt x="191" y="122"/>
                  </a:lnTo>
                  <a:lnTo>
                    <a:pt x="187" y="122"/>
                  </a:lnTo>
                  <a:lnTo>
                    <a:pt x="187" y="122"/>
                  </a:lnTo>
                  <a:close/>
                  <a:moveTo>
                    <a:pt x="177" y="126"/>
                  </a:moveTo>
                  <a:lnTo>
                    <a:pt x="185" y="124"/>
                  </a:lnTo>
                  <a:lnTo>
                    <a:pt x="190" y="129"/>
                  </a:lnTo>
                  <a:lnTo>
                    <a:pt x="186" y="133"/>
                  </a:lnTo>
                  <a:lnTo>
                    <a:pt x="197" y="133"/>
                  </a:lnTo>
                  <a:lnTo>
                    <a:pt x="196" y="139"/>
                  </a:lnTo>
                  <a:lnTo>
                    <a:pt x="192" y="135"/>
                  </a:lnTo>
                  <a:lnTo>
                    <a:pt x="184" y="136"/>
                  </a:lnTo>
                  <a:lnTo>
                    <a:pt x="182" y="130"/>
                  </a:lnTo>
                  <a:lnTo>
                    <a:pt x="181" y="135"/>
                  </a:lnTo>
                  <a:lnTo>
                    <a:pt x="177" y="133"/>
                  </a:lnTo>
                  <a:lnTo>
                    <a:pt x="177" y="126"/>
                  </a:lnTo>
                  <a:lnTo>
                    <a:pt x="177" y="126"/>
                  </a:lnTo>
                  <a:close/>
                  <a:moveTo>
                    <a:pt x="176" y="139"/>
                  </a:moveTo>
                  <a:lnTo>
                    <a:pt x="182" y="146"/>
                  </a:lnTo>
                  <a:lnTo>
                    <a:pt x="184" y="142"/>
                  </a:lnTo>
                  <a:lnTo>
                    <a:pt x="181" y="138"/>
                  </a:lnTo>
                  <a:lnTo>
                    <a:pt x="176" y="139"/>
                  </a:lnTo>
                  <a:lnTo>
                    <a:pt x="176" y="139"/>
                  </a:lnTo>
                  <a:close/>
                  <a:moveTo>
                    <a:pt x="46" y="188"/>
                  </a:moveTo>
                  <a:lnTo>
                    <a:pt x="49" y="186"/>
                  </a:lnTo>
                  <a:lnTo>
                    <a:pt x="45" y="181"/>
                  </a:lnTo>
                  <a:lnTo>
                    <a:pt x="49" y="175"/>
                  </a:lnTo>
                  <a:lnTo>
                    <a:pt x="59" y="180"/>
                  </a:lnTo>
                  <a:lnTo>
                    <a:pt x="57" y="174"/>
                  </a:lnTo>
                  <a:lnTo>
                    <a:pt x="77" y="161"/>
                  </a:lnTo>
                  <a:lnTo>
                    <a:pt x="80" y="172"/>
                  </a:lnTo>
                  <a:lnTo>
                    <a:pt x="71" y="178"/>
                  </a:lnTo>
                  <a:lnTo>
                    <a:pt x="69" y="184"/>
                  </a:lnTo>
                  <a:lnTo>
                    <a:pt x="71" y="186"/>
                  </a:lnTo>
                  <a:lnTo>
                    <a:pt x="65" y="193"/>
                  </a:lnTo>
                  <a:lnTo>
                    <a:pt x="58" y="191"/>
                  </a:lnTo>
                  <a:lnTo>
                    <a:pt x="49" y="192"/>
                  </a:lnTo>
                  <a:lnTo>
                    <a:pt x="46" y="188"/>
                  </a:lnTo>
                  <a:lnTo>
                    <a:pt x="46" y="188"/>
                  </a:lnTo>
                  <a:close/>
                  <a:moveTo>
                    <a:pt x="46" y="201"/>
                  </a:moveTo>
                  <a:lnTo>
                    <a:pt x="51" y="205"/>
                  </a:lnTo>
                  <a:lnTo>
                    <a:pt x="61" y="197"/>
                  </a:lnTo>
                  <a:lnTo>
                    <a:pt x="54" y="194"/>
                  </a:lnTo>
                  <a:lnTo>
                    <a:pt x="51" y="196"/>
                  </a:lnTo>
                  <a:lnTo>
                    <a:pt x="48" y="199"/>
                  </a:lnTo>
                  <a:lnTo>
                    <a:pt x="46" y="201"/>
                  </a:lnTo>
                  <a:lnTo>
                    <a:pt x="46" y="201"/>
                  </a:lnTo>
                  <a:close/>
                  <a:moveTo>
                    <a:pt x="43" y="214"/>
                  </a:moveTo>
                  <a:lnTo>
                    <a:pt x="35" y="216"/>
                  </a:lnTo>
                  <a:lnTo>
                    <a:pt x="29" y="210"/>
                  </a:lnTo>
                  <a:lnTo>
                    <a:pt x="32" y="208"/>
                  </a:lnTo>
                  <a:lnTo>
                    <a:pt x="43" y="209"/>
                  </a:lnTo>
                  <a:lnTo>
                    <a:pt x="43" y="214"/>
                  </a:lnTo>
                  <a:lnTo>
                    <a:pt x="43" y="214"/>
                  </a:lnTo>
                  <a:close/>
                  <a:moveTo>
                    <a:pt x="38" y="223"/>
                  </a:moveTo>
                  <a:lnTo>
                    <a:pt x="32" y="221"/>
                  </a:lnTo>
                  <a:lnTo>
                    <a:pt x="32" y="219"/>
                  </a:lnTo>
                  <a:lnTo>
                    <a:pt x="41" y="217"/>
                  </a:lnTo>
                  <a:lnTo>
                    <a:pt x="38" y="223"/>
                  </a:lnTo>
                  <a:lnTo>
                    <a:pt x="38" y="223"/>
                  </a:lnTo>
                  <a:close/>
                  <a:moveTo>
                    <a:pt x="30" y="244"/>
                  </a:moveTo>
                  <a:lnTo>
                    <a:pt x="32" y="249"/>
                  </a:lnTo>
                  <a:lnTo>
                    <a:pt x="26" y="252"/>
                  </a:lnTo>
                  <a:lnTo>
                    <a:pt x="26" y="248"/>
                  </a:lnTo>
                  <a:lnTo>
                    <a:pt x="30" y="244"/>
                  </a:lnTo>
                  <a:lnTo>
                    <a:pt x="30" y="244"/>
                  </a:lnTo>
                  <a:close/>
                  <a:moveTo>
                    <a:pt x="38" y="240"/>
                  </a:moveTo>
                  <a:lnTo>
                    <a:pt x="36" y="234"/>
                  </a:lnTo>
                  <a:lnTo>
                    <a:pt x="38" y="230"/>
                  </a:lnTo>
                  <a:lnTo>
                    <a:pt x="37" y="225"/>
                  </a:lnTo>
                  <a:lnTo>
                    <a:pt x="34" y="225"/>
                  </a:lnTo>
                  <a:lnTo>
                    <a:pt x="34" y="230"/>
                  </a:lnTo>
                  <a:lnTo>
                    <a:pt x="31" y="234"/>
                  </a:lnTo>
                  <a:lnTo>
                    <a:pt x="32" y="239"/>
                  </a:lnTo>
                  <a:lnTo>
                    <a:pt x="38" y="240"/>
                  </a:lnTo>
                  <a:lnTo>
                    <a:pt x="38" y="240"/>
                  </a:lnTo>
                  <a:close/>
                  <a:moveTo>
                    <a:pt x="83" y="245"/>
                  </a:moveTo>
                  <a:lnTo>
                    <a:pt x="83" y="238"/>
                  </a:lnTo>
                  <a:lnTo>
                    <a:pt x="72" y="239"/>
                  </a:lnTo>
                  <a:lnTo>
                    <a:pt x="66" y="228"/>
                  </a:lnTo>
                  <a:lnTo>
                    <a:pt x="67" y="226"/>
                  </a:lnTo>
                  <a:lnTo>
                    <a:pt x="64" y="223"/>
                  </a:lnTo>
                  <a:lnTo>
                    <a:pt x="64" y="227"/>
                  </a:lnTo>
                  <a:lnTo>
                    <a:pt x="55" y="221"/>
                  </a:lnTo>
                  <a:lnTo>
                    <a:pt x="59" y="219"/>
                  </a:lnTo>
                  <a:lnTo>
                    <a:pt x="61" y="220"/>
                  </a:lnTo>
                  <a:lnTo>
                    <a:pt x="61" y="213"/>
                  </a:lnTo>
                  <a:lnTo>
                    <a:pt x="71" y="219"/>
                  </a:lnTo>
                  <a:lnTo>
                    <a:pt x="70" y="210"/>
                  </a:lnTo>
                  <a:lnTo>
                    <a:pt x="75" y="208"/>
                  </a:lnTo>
                  <a:lnTo>
                    <a:pt x="80" y="215"/>
                  </a:lnTo>
                  <a:lnTo>
                    <a:pt x="78" y="230"/>
                  </a:lnTo>
                  <a:lnTo>
                    <a:pt x="87" y="233"/>
                  </a:lnTo>
                  <a:lnTo>
                    <a:pt x="93" y="233"/>
                  </a:lnTo>
                  <a:lnTo>
                    <a:pt x="95" y="234"/>
                  </a:lnTo>
                  <a:lnTo>
                    <a:pt x="89" y="238"/>
                  </a:lnTo>
                  <a:lnTo>
                    <a:pt x="87" y="245"/>
                  </a:lnTo>
                  <a:lnTo>
                    <a:pt x="83" y="245"/>
                  </a:lnTo>
                  <a:lnTo>
                    <a:pt x="83" y="245"/>
                  </a:lnTo>
                  <a:close/>
                  <a:moveTo>
                    <a:pt x="69" y="290"/>
                  </a:moveTo>
                  <a:lnTo>
                    <a:pt x="86" y="286"/>
                  </a:lnTo>
                  <a:lnTo>
                    <a:pt x="87" y="289"/>
                  </a:lnTo>
                  <a:lnTo>
                    <a:pt x="94" y="284"/>
                  </a:lnTo>
                  <a:lnTo>
                    <a:pt x="92" y="277"/>
                  </a:lnTo>
                  <a:lnTo>
                    <a:pt x="86" y="277"/>
                  </a:lnTo>
                  <a:lnTo>
                    <a:pt x="78" y="269"/>
                  </a:lnTo>
                  <a:lnTo>
                    <a:pt x="70" y="274"/>
                  </a:lnTo>
                  <a:lnTo>
                    <a:pt x="82" y="279"/>
                  </a:lnTo>
                  <a:lnTo>
                    <a:pt x="75" y="283"/>
                  </a:lnTo>
                  <a:lnTo>
                    <a:pt x="77" y="285"/>
                  </a:lnTo>
                  <a:lnTo>
                    <a:pt x="69" y="290"/>
                  </a:lnTo>
                  <a:lnTo>
                    <a:pt x="69" y="290"/>
                  </a:lnTo>
                  <a:close/>
                  <a:moveTo>
                    <a:pt x="82" y="319"/>
                  </a:moveTo>
                  <a:lnTo>
                    <a:pt x="78" y="312"/>
                  </a:lnTo>
                  <a:lnTo>
                    <a:pt x="94" y="298"/>
                  </a:lnTo>
                  <a:lnTo>
                    <a:pt x="88" y="313"/>
                  </a:lnTo>
                  <a:lnTo>
                    <a:pt x="82" y="319"/>
                  </a:lnTo>
                  <a:lnTo>
                    <a:pt x="82" y="319"/>
                  </a:lnTo>
                  <a:close/>
                  <a:moveTo>
                    <a:pt x="70" y="330"/>
                  </a:moveTo>
                  <a:lnTo>
                    <a:pt x="80" y="324"/>
                  </a:lnTo>
                  <a:lnTo>
                    <a:pt x="76" y="311"/>
                  </a:lnTo>
                  <a:lnTo>
                    <a:pt x="63" y="315"/>
                  </a:lnTo>
                  <a:lnTo>
                    <a:pt x="63" y="326"/>
                  </a:lnTo>
                  <a:lnTo>
                    <a:pt x="71" y="321"/>
                  </a:lnTo>
                  <a:lnTo>
                    <a:pt x="70" y="330"/>
                  </a:lnTo>
                  <a:lnTo>
                    <a:pt x="70" y="330"/>
                  </a:lnTo>
                  <a:close/>
                  <a:moveTo>
                    <a:pt x="104" y="327"/>
                  </a:moveTo>
                  <a:lnTo>
                    <a:pt x="106" y="340"/>
                  </a:lnTo>
                  <a:lnTo>
                    <a:pt x="115" y="343"/>
                  </a:lnTo>
                  <a:lnTo>
                    <a:pt x="117" y="335"/>
                  </a:lnTo>
                  <a:lnTo>
                    <a:pt x="111" y="324"/>
                  </a:lnTo>
                  <a:lnTo>
                    <a:pt x="104" y="327"/>
                  </a:lnTo>
                  <a:lnTo>
                    <a:pt x="104" y="327"/>
                  </a:lnTo>
                  <a:close/>
                  <a:moveTo>
                    <a:pt x="134" y="465"/>
                  </a:moveTo>
                  <a:lnTo>
                    <a:pt x="147" y="470"/>
                  </a:lnTo>
                  <a:lnTo>
                    <a:pt x="158" y="463"/>
                  </a:lnTo>
                  <a:lnTo>
                    <a:pt x="150" y="464"/>
                  </a:lnTo>
                  <a:lnTo>
                    <a:pt x="146" y="457"/>
                  </a:lnTo>
                  <a:lnTo>
                    <a:pt x="136" y="458"/>
                  </a:lnTo>
                  <a:lnTo>
                    <a:pt x="136" y="458"/>
                  </a:lnTo>
                  <a:lnTo>
                    <a:pt x="134" y="465"/>
                  </a:lnTo>
                  <a:lnTo>
                    <a:pt x="134" y="465"/>
                  </a:lnTo>
                  <a:close/>
                  <a:moveTo>
                    <a:pt x="125" y="421"/>
                  </a:moveTo>
                  <a:lnTo>
                    <a:pt x="129" y="410"/>
                  </a:lnTo>
                  <a:lnTo>
                    <a:pt x="145" y="399"/>
                  </a:lnTo>
                  <a:lnTo>
                    <a:pt x="142" y="405"/>
                  </a:lnTo>
                  <a:lnTo>
                    <a:pt x="145" y="410"/>
                  </a:lnTo>
                  <a:lnTo>
                    <a:pt x="134" y="419"/>
                  </a:lnTo>
                  <a:lnTo>
                    <a:pt x="125" y="421"/>
                  </a:lnTo>
                  <a:lnTo>
                    <a:pt x="125" y="421"/>
                  </a:lnTo>
                  <a:close/>
                  <a:moveTo>
                    <a:pt x="109" y="657"/>
                  </a:moveTo>
                  <a:lnTo>
                    <a:pt x="113" y="653"/>
                  </a:lnTo>
                  <a:lnTo>
                    <a:pt x="111" y="650"/>
                  </a:lnTo>
                  <a:lnTo>
                    <a:pt x="116" y="644"/>
                  </a:lnTo>
                  <a:lnTo>
                    <a:pt x="118" y="647"/>
                  </a:lnTo>
                  <a:lnTo>
                    <a:pt x="123" y="642"/>
                  </a:lnTo>
                  <a:lnTo>
                    <a:pt x="127" y="642"/>
                  </a:lnTo>
                  <a:lnTo>
                    <a:pt x="130" y="636"/>
                  </a:lnTo>
                  <a:lnTo>
                    <a:pt x="139" y="638"/>
                  </a:lnTo>
                  <a:lnTo>
                    <a:pt x="145" y="636"/>
                  </a:lnTo>
                  <a:lnTo>
                    <a:pt x="151" y="636"/>
                  </a:lnTo>
                  <a:lnTo>
                    <a:pt x="155" y="634"/>
                  </a:lnTo>
                  <a:lnTo>
                    <a:pt x="158" y="638"/>
                  </a:lnTo>
                  <a:lnTo>
                    <a:pt x="163" y="638"/>
                  </a:lnTo>
                  <a:lnTo>
                    <a:pt x="169" y="643"/>
                  </a:lnTo>
                  <a:lnTo>
                    <a:pt x="176" y="643"/>
                  </a:lnTo>
                  <a:lnTo>
                    <a:pt x="175" y="638"/>
                  </a:lnTo>
                  <a:lnTo>
                    <a:pt x="181" y="636"/>
                  </a:lnTo>
                  <a:lnTo>
                    <a:pt x="182" y="632"/>
                  </a:lnTo>
                  <a:lnTo>
                    <a:pt x="181" y="625"/>
                  </a:lnTo>
                  <a:lnTo>
                    <a:pt x="186" y="620"/>
                  </a:lnTo>
                  <a:lnTo>
                    <a:pt x="190" y="620"/>
                  </a:lnTo>
                  <a:lnTo>
                    <a:pt x="192" y="618"/>
                  </a:lnTo>
                  <a:lnTo>
                    <a:pt x="208" y="614"/>
                  </a:lnTo>
                  <a:lnTo>
                    <a:pt x="216" y="614"/>
                  </a:lnTo>
                  <a:lnTo>
                    <a:pt x="226" y="620"/>
                  </a:lnTo>
                  <a:lnTo>
                    <a:pt x="229" y="619"/>
                  </a:lnTo>
                  <a:lnTo>
                    <a:pt x="240" y="620"/>
                  </a:lnTo>
                  <a:lnTo>
                    <a:pt x="246" y="621"/>
                  </a:lnTo>
                  <a:lnTo>
                    <a:pt x="249" y="615"/>
                  </a:lnTo>
                  <a:lnTo>
                    <a:pt x="260" y="610"/>
                  </a:lnTo>
                  <a:lnTo>
                    <a:pt x="266" y="613"/>
                  </a:lnTo>
                  <a:lnTo>
                    <a:pt x="275" y="607"/>
                  </a:lnTo>
                  <a:lnTo>
                    <a:pt x="283" y="608"/>
                  </a:lnTo>
                  <a:lnTo>
                    <a:pt x="286" y="608"/>
                  </a:lnTo>
                  <a:lnTo>
                    <a:pt x="290" y="604"/>
                  </a:lnTo>
                  <a:lnTo>
                    <a:pt x="292" y="608"/>
                  </a:lnTo>
                  <a:lnTo>
                    <a:pt x="297" y="610"/>
                  </a:lnTo>
                  <a:lnTo>
                    <a:pt x="304" y="607"/>
                  </a:lnTo>
                  <a:lnTo>
                    <a:pt x="319" y="607"/>
                  </a:lnTo>
                  <a:lnTo>
                    <a:pt x="329" y="604"/>
                  </a:lnTo>
                  <a:lnTo>
                    <a:pt x="337" y="607"/>
                  </a:lnTo>
                  <a:lnTo>
                    <a:pt x="342" y="608"/>
                  </a:lnTo>
                  <a:lnTo>
                    <a:pt x="349" y="603"/>
                  </a:lnTo>
                  <a:lnTo>
                    <a:pt x="356" y="602"/>
                  </a:lnTo>
                  <a:lnTo>
                    <a:pt x="362" y="596"/>
                  </a:lnTo>
                  <a:lnTo>
                    <a:pt x="367" y="596"/>
                  </a:lnTo>
                  <a:lnTo>
                    <a:pt x="372" y="597"/>
                  </a:lnTo>
                  <a:lnTo>
                    <a:pt x="371" y="592"/>
                  </a:lnTo>
                  <a:lnTo>
                    <a:pt x="382" y="585"/>
                  </a:lnTo>
                  <a:lnTo>
                    <a:pt x="388" y="584"/>
                  </a:lnTo>
                  <a:lnTo>
                    <a:pt x="389" y="578"/>
                  </a:lnTo>
                  <a:lnTo>
                    <a:pt x="387" y="574"/>
                  </a:lnTo>
                  <a:lnTo>
                    <a:pt x="389" y="569"/>
                  </a:lnTo>
                  <a:lnTo>
                    <a:pt x="377" y="569"/>
                  </a:lnTo>
                  <a:lnTo>
                    <a:pt x="368" y="572"/>
                  </a:lnTo>
                  <a:lnTo>
                    <a:pt x="364" y="573"/>
                  </a:lnTo>
                  <a:lnTo>
                    <a:pt x="355" y="570"/>
                  </a:lnTo>
                  <a:lnTo>
                    <a:pt x="353" y="569"/>
                  </a:lnTo>
                  <a:lnTo>
                    <a:pt x="355" y="567"/>
                  </a:lnTo>
                  <a:lnTo>
                    <a:pt x="358" y="567"/>
                  </a:lnTo>
                  <a:lnTo>
                    <a:pt x="359" y="566"/>
                  </a:lnTo>
                  <a:lnTo>
                    <a:pt x="352" y="564"/>
                  </a:lnTo>
                  <a:lnTo>
                    <a:pt x="345" y="566"/>
                  </a:lnTo>
                  <a:lnTo>
                    <a:pt x="354" y="561"/>
                  </a:lnTo>
                  <a:lnTo>
                    <a:pt x="360" y="561"/>
                  </a:lnTo>
                  <a:lnTo>
                    <a:pt x="367" y="558"/>
                  </a:lnTo>
                  <a:lnTo>
                    <a:pt x="365" y="552"/>
                  </a:lnTo>
                  <a:lnTo>
                    <a:pt x="358" y="552"/>
                  </a:lnTo>
                  <a:lnTo>
                    <a:pt x="362" y="549"/>
                  </a:lnTo>
                  <a:lnTo>
                    <a:pt x="367" y="545"/>
                  </a:lnTo>
                  <a:lnTo>
                    <a:pt x="371" y="549"/>
                  </a:lnTo>
                  <a:lnTo>
                    <a:pt x="377" y="544"/>
                  </a:lnTo>
                  <a:lnTo>
                    <a:pt x="381" y="540"/>
                  </a:lnTo>
                  <a:lnTo>
                    <a:pt x="377" y="540"/>
                  </a:lnTo>
                  <a:lnTo>
                    <a:pt x="379" y="537"/>
                  </a:lnTo>
                  <a:lnTo>
                    <a:pt x="371" y="537"/>
                  </a:lnTo>
                  <a:lnTo>
                    <a:pt x="374" y="532"/>
                  </a:lnTo>
                  <a:lnTo>
                    <a:pt x="379" y="533"/>
                  </a:lnTo>
                  <a:lnTo>
                    <a:pt x="381" y="535"/>
                  </a:lnTo>
                  <a:lnTo>
                    <a:pt x="385" y="529"/>
                  </a:lnTo>
                  <a:lnTo>
                    <a:pt x="391" y="527"/>
                  </a:lnTo>
                  <a:lnTo>
                    <a:pt x="391" y="516"/>
                  </a:lnTo>
                  <a:lnTo>
                    <a:pt x="396" y="504"/>
                  </a:lnTo>
                  <a:lnTo>
                    <a:pt x="393" y="500"/>
                  </a:lnTo>
                  <a:lnTo>
                    <a:pt x="391" y="489"/>
                  </a:lnTo>
                  <a:lnTo>
                    <a:pt x="376" y="479"/>
                  </a:lnTo>
                  <a:lnTo>
                    <a:pt x="354" y="477"/>
                  </a:lnTo>
                  <a:lnTo>
                    <a:pt x="341" y="479"/>
                  </a:lnTo>
                  <a:lnTo>
                    <a:pt x="339" y="487"/>
                  </a:lnTo>
                  <a:lnTo>
                    <a:pt x="337" y="492"/>
                  </a:lnTo>
                  <a:lnTo>
                    <a:pt x="330" y="486"/>
                  </a:lnTo>
                  <a:lnTo>
                    <a:pt x="321" y="483"/>
                  </a:lnTo>
                  <a:lnTo>
                    <a:pt x="335" y="471"/>
                  </a:lnTo>
                  <a:lnTo>
                    <a:pt x="335" y="464"/>
                  </a:lnTo>
                  <a:lnTo>
                    <a:pt x="324" y="448"/>
                  </a:lnTo>
                  <a:lnTo>
                    <a:pt x="320" y="448"/>
                  </a:lnTo>
                  <a:lnTo>
                    <a:pt x="310" y="443"/>
                  </a:lnTo>
                  <a:lnTo>
                    <a:pt x="307" y="437"/>
                  </a:lnTo>
                  <a:lnTo>
                    <a:pt x="302" y="439"/>
                  </a:lnTo>
                  <a:lnTo>
                    <a:pt x="298" y="439"/>
                  </a:lnTo>
                  <a:lnTo>
                    <a:pt x="294" y="437"/>
                  </a:lnTo>
                  <a:lnTo>
                    <a:pt x="290" y="437"/>
                  </a:lnTo>
                  <a:lnTo>
                    <a:pt x="296" y="436"/>
                  </a:lnTo>
                  <a:lnTo>
                    <a:pt x="300" y="437"/>
                  </a:lnTo>
                  <a:lnTo>
                    <a:pt x="307" y="436"/>
                  </a:lnTo>
                  <a:lnTo>
                    <a:pt x="312" y="437"/>
                  </a:lnTo>
                  <a:lnTo>
                    <a:pt x="315" y="441"/>
                  </a:lnTo>
                  <a:lnTo>
                    <a:pt x="319" y="440"/>
                  </a:lnTo>
                  <a:lnTo>
                    <a:pt x="324" y="441"/>
                  </a:lnTo>
                  <a:lnTo>
                    <a:pt x="312" y="427"/>
                  </a:lnTo>
                  <a:lnTo>
                    <a:pt x="306" y="421"/>
                  </a:lnTo>
                  <a:lnTo>
                    <a:pt x="309" y="414"/>
                  </a:lnTo>
                  <a:lnTo>
                    <a:pt x="313" y="414"/>
                  </a:lnTo>
                  <a:lnTo>
                    <a:pt x="307" y="411"/>
                  </a:lnTo>
                  <a:lnTo>
                    <a:pt x="304" y="407"/>
                  </a:lnTo>
                  <a:lnTo>
                    <a:pt x="302" y="406"/>
                  </a:lnTo>
                  <a:lnTo>
                    <a:pt x="295" y="394"/>
                  </a:lnTo>
                  <a:lnTo>
                    <a:pt x="284" y="389"/>
                  </a:lnTo>
                  <a:lnTo>
                    <a:pt x="268" y="387"/>
                  </a:lnTo>
                  <a:lnTo>
                    <a:pt x="267" y="381"/>
                  </a:lnTo>
                  <a:lnTo>
                    <a:pt x="264" y="379"/>
                  </a:lnTo>
                  <a:lnTo>
                    <a:pt x="260" y="364"/>
                  </a:lnTo>
                  <a:lnTo>
                    <a:pt x="254" y="355"/>
                  </a:lnTo>
                  <a:lnTo>
                    <a:pt x="250" y="336"/>
                  </a:lnTo>
                  <a:lnTo>
                    <a:pt x="245" y="330"/>
                  </a:lnTo>
                  <a:lnTo>
                    <a:pt x="242" y="330"/>
                  </a:lnTo>
                  <a:lnTo>
                    <a:pt x="228" y="313"/>
                  </a:lnTo>
                  <a:lnTo>
                    <a:pt x="220" y="312"/>
                  </a:lnTo>
                  <a:lnTo>
                    <a:pt x="215" y="307"/>
                  </a:lnTo>
                  <a:lnTo>
                    <a:pt x="205" y="303"/>
                  </a:lnTo>
                  <a:lnTo>
                    <a:pt x="200" y="307"/>
                  </a:lnTo>
                  <a:lnTo>
                    <a:pt x="193" y="311"/>
                  </a:lnTo>
                  <a:lnTo>
                    <a:pt x="182" y="308"/>
                  </a:lnTo>
                  <a:lnTo>
                    <a:pt x="177" y="308"/>
                  </a:lnTo>
                  <a:lnTo>
                    <a:pt x="169" y="306"/>
                  </a:lnTo>
                  <a:lnTo>
                    <a:pt x="167" y="302"/>
                  </a:lnTo>
                  <a:lnTo>
                    <a:pt x="171" y="304"/>
                  </a:lnTo>
                  <a:lnTo>
                    <a:pt x="181" y="304"/>
                  </a:lnTo>
                  <a:lnTo>
                    <a:pt x="191" y="302"/>
                  </a:lnTo>
                  <a:lnTo>
                    <a:pt x="193" y="296"/>
                  </a:lnTo>
                  <a:lnTo>
                    <a:pt x="202" y="296"/>
                  </a:lnTo>
                  <a:lnTo>
                    <a:pt x="210" y="291"/>
                  </a:lnTo>
                  <a:lnTo>
                    <a:pt x="202" y="288"/>
                  </a:lnTo>
                  <a:lnTo>
                    <a:pt x="202" y="283"/>
                  </a:lnTo>
                  <a:lnTo>
                    <a:pt x="198" y="280"/>
                  </a:lnTo>
                  <a:lnTo>
                    <a:pt x="186" y="286"/>
                  </a:lnTo>
                  <a:lnTo>
                    <a:pt x="185" y="284"/>
                  </a:lnTo>
                  <a:lnTo>
                    <a:pt x="193" y="278"/>
                  </a:lnTo>
                  <a:lnTo>
                    <a:pt x="204" y="279"/>
                  </a:lnTo>
                  <a:lnTo>
                    <a:pt x="210" y="274"/>
                  </a:lnTo>
                  <a:lnTo>
                    <a:pt x="211" y="269"/>
                  </a:lnTo>
                  <a:lnTo>
                    <a:pt x="215" y="267"/>
                  </a:lnTo>
                  <a:lnTo>
                    <a:pt x="221" y="256"/>
                  </a:lnTo>
                  <a:lnTo>
                    <a:pt x="225" y="251"/>
                  </a:lnTo>
                  <a:lnTo>
                    <a:pt x="225" y="248"/>
                  </a:lnTo>
                  <a:lnTo>
                    <a:pt x="228" y="240"/>
                  </a:lnTo>
                  <a:lnTo>
                    <a:pt x="227" y="238"/>
                  </a:lnTo>
                  <a:lnTo>
                    <a:pt x="231" y="228"/>
                  </a:lnTo>
                  <a:lnTo>
                    <a:pt x="238" y="222"/>
                  </a:lnTo>
                  <a:lnTo>
                    <a:pt x="238" y="216"/>
                  </a:lnTo>
                  <a:lnTo>
                    <a:pt x="227" y="208"/>
                  </a:lnTo>
                  <a:lnTo>
                    <a:pt x="226" y="209"/>
                  </a:lnTo>
                  <a:lnTo>
                    <a:pt x="206" y="210"/>
                  </a:lnTo>
                  <a:lnTo>
                    <a:pt x="196" y="208"/>
                  </a:lnTo>
                  <a:lnTo>
                    <a:pt x="192" y="210"/>
                  </a:lnTo>
                  <a:lnTo>
                    <a:pt x="187" y="210"/>
                  </a:lnTo>
                  <a:lnTo>
                    <a:pt x="180" y="208"/>
                  </a:lnTo>
                  <a:lnTo>
                    <a:pt x="175" y="208"/>
                  </a:lnTo>
                  <a:lnTo>
                    <a:pt x="174" y="210"/>
                  </a:lnTo>
                  <a:lnTo>
                    <a:pt x="167" y="213"/>
                  </a:lnTo>
                  <a:lnTo>
                    <a:pt x="159" y="216"/>
                  </a:lnTo>
                  <a:lnTo>
                    <a:pt x="157" y="215"/>
                  </a:lnTo>
                  <a:lnTo>
                    <a:pt x="152" y="219"/>
                  </a:lnTo>
                  <a:lnTo>
                    <a:pt x="150" y="217"/>
                  </a:lnTo>
                  <a:lnTo>
                    <a:pt x="157" y="210"/>
                  </a:lnTo>
                  <a:lnTo>
                    <a:pt x="164" y="201"/>
                  </a:lnTo>
                  <a:lnTo>
                    <a:pt x="159" y="203"/>
                  </a:lnTo>
                  <a:lnTo>
                    <a:pt x="152" y="201"/>
                  </a:lnTo>
                  <a:lnTo>
                    <a:pt x="156" y="198"/>
                  </a:lnTo>
                  <a:lnTo>
                    <a:pt x="157" y="193"/>
                  </a:lnTo>
                  <a:lnTo>
                    <a:pt x="175" y="181"/>
                  </a:lnTo>
                  <a:lnTo>
                    <a:pt x="181" y="174"/>
                  </a:lnTo>
                  <a:lnTo>
                    <a:pt x="187" y="172"/>
                  </a:lnTo>
                  <a:lnTo>
                    <a:pt x="190" y="164"/>
                  </a:lnTo>
                  <a:lnTo>
                    <a:pt x="187" y="161"/>
                  </a:lnTo>
                  <a:lnTo>
                    <a:pt x="190" y="156"/>
                  </a:lnTo>
                  <a:lnTo>
                    <a:pt x="190" y="153"/>
                  </a:lnTo>
                  <a:lnTo>
                    <a:pt x="181" y="153"/>
                  </a:lnTo>
                  <a:lnTo>
                    <a:pt x="177" y="156"/>
                  </a:lnTo>
                  <a:lnTo>
                    <a:pt x="171" y="155"/>
                  </a:lnTo>
                  <a:lnTo>
                    <a:pt x="163" y="158"/>
                  </a:lnTo>
                  <a:lnTo>
                    <a:pt x="155" y="157"/>
                  </a:lnTo>
                  <a:lnTo>
                    <a:pt x="148" y="161"/>
                  </a:lnTo>
                  <a:lnTo>
                    <a:pt x="144" y="161"/>
                  </a:lnTo>
                  <a:lnTo>
                    <a:pt x="140" y="163"/>
                  </a:lnTo>
                  <a:lnTo>
                    <a:pt x="141" y="159"/>
                  </a:lnTo>
                  <a:lnTo>
                    <a:pt x="138" y="158"/>
                  </a:lnTo>
                  <a:lnTo>
                    <a:pt x="130" y="164"/>
                  </a:lnTo>
                  <a:lnTo>
                    <a:pt x="132" y="159"/>
                  </a:lnTo>
                  <a:lnTo>
                    <a:pt x="122" y="155"/>
                  </a:lnTo>
                  <a:lnTo>
                    <a:pt x="119" y="161"/>
                  </a:lnTo>
                  <a:lnTo>
                    <a:pt x="117" y="163"/>
                  </a:lnTo>
                  <a:lnTo>
                    <a:pt x="117" y="168"/>
                  </a:lnTo>
                  <a:lnTo>
                    <a:pt x="116" y="168"/>
                  </a:lnTo>
                  <a:lnTo>
                    <a:pt x="116" y="175"/>
                  </a:lnTo>
                  <a:lnTo>
                    <a:pt x="109" y="176"/>
                  </a:lnTo>
                  <a:lnTo>
                    <a:pt x="112" y="182"/>
                  </a:lnTo>
                  <a:lnTo>
                    <a:pt x="109" y="187"/>
                  </a:lnTo>
                  <a:lnTo>
                    <a:pt x="105" y="187"/>
                  </a:lnTo>
                  <a:lnTo>
                    <a:pt x="115" y="194"/>
                  </a:lnTo>
                  <a:lnTo>
                    <a:pt x="117" y="201"/>
                  </a:lnTo>
                  <a:lnTo>
                    <a:pt x="109" y="196"/>
                  </a:lnTo>
                  <a:lnTo>
                    <a:pt x="105" y="198"/>
                  </a:lnTo>
                  <a:lnTo>
                    <a:pt x="99" y="194"/>
                  </a:lnTo>
                  <a:lnTo>
                    <a:pt x="98" y="197"/>
                  </a:lnTo>
                  <a:lnTo>
                    <a:pt x="100" y="202"/>
                  </a:lnTo>
                  <a:lnTo>
                    <a:pt x="98" y="204"/>
                  </a:lnTo>
                  <a:lnTo>
                    <a:pt x="94" y="198"/>
                  </a:lnTo>
                  <a:lnTo>
                    <a:pt x="90" y="204"/>
                  </a:lnTo>
                  <a:lnTo>
                    <a:pt x="94" y="208"/>
                  </a:lnTo>
                  <a:lnTo>
                    <a:pt x="92" y="211"/>
                  </a:lnTo>
                  <a:lnTo>
                    <a:pt x="98" y="217"/>
                  </a:lnTo>
                  <a:lnTo>
                    <a:pt x="103" y="217"/>
                  </a:lnTo>
                  <a:lnTo>
                    <a:pt x="96" y="219"/>
                  </a:lnTo>
                  <a:lnTo>
                    <a:pt x="90" y="216"/>
                  </a:lnTo>
                  <a:lnTo>
                    <a:pt x="92" y="225"/>
                  </a:lnTo>
                  <a:lnTo>
                    <a:pt x="92" y="228"/>
                  </a:lnTo>
                  <a:lnTo>
                    <a:pt x="103" y="226"/>
                  </a:lnTo>
                  <a:lnTo>
                    <a:pt x="95" y="230"/>
                  </a:lnTo>
                  <a:lnTo>
                    <a:pt x="94" y="232"/>
                  </a:lnTo>
                  <a:lnTo>
                    <a:pt x="96" y="233"/>
                  </a:lnTo>
                  <a:lnTo>
                    <a:pt x="104" y="231"/>
                  </a:lnTo>
                  <a:lnTo>
                    <a:pt x="103" y="232"/>
                  </a:lnTo>
                  <a:lnTo>
                    <a:pt x="105" y="236"/>
                  </a:lnTo>
                  <a:lnTo>
                    <a:pt x="100" y="233"/>
                  </a:lnTo>
                  <a:lnTo>
                    <a:pt x="98" y="236"/>
                  </a:lnTo>
                  <a:lnTo>
                    <a:pt x="96" y="239"/>
                  </a:lnTo>
                  <a:lnTo>
                    <a:pt x="99" y="242"/>
                  </a:lnTo>
                  <a:lnTo>
                    <a:pt x="95" y="242"/>
                  </a:lnTo>
                  <a:lnTo>
                    <a:pt x="92" y="245"/>
                  </a:lnTo>
                  <a:lnTo>
                    <a:pt x="96" y="248"/>
                  </a:lnTo>
                  <a:lnTo>
                    <a:pt x="98" y="251"/>
                  </a:lnTo>
                  <a:lnTo>
                    <a:pt x="90" y="248"/>
                  </a:lnTo>
                  <a:lnTo>
                    <a:pt x="88" y="252"/>
                  </a:lnTo>
                  <a:lnTo>
                    <a:pt x="92" y="255"/>
                  </a:lnTo>
                  <a:lnTo>
                    <a:pt x="89" y="259"/>
                  </a:lnTo>
                  <a:lnTo>
                    <a:pt x="86" y="261"/>
                  </a:lnTo>
                  <a:lnTo>
                    <a:pt x="78" y="261"/>
                  </a:lnTo>
                  <a:lnTo>
                    <a:pt x="75" y="265"/>
                  </a:lnTo>
                  <a:lnTo>
                    <a:pt x="77" y="266"/>
                  </a:lnTo>
                  <a:lnTo>
                    <a:pt x="84" y="266"/>
                  </a:lnTo>
                  <a:lnTo>
                    <a:pt x="89" y="267"/>
                  </a:lnTo>
                  <a:lnTo>
                    <a:pt x="88" y="268"/>
                  </a:lnTo>
                  <a:lnTo>
                    <a:pt x="82" y="268"/>
                  </a:lnTo>
                  <a:lnTo>
                    <a:pt x="89" y="274"/>
                  </a:lnTo>
                  <a:lnTo>
                    <a:pt x="92" y="274"/>
                  </a:lnTo>
                  <a:lnTo>
                    <a:pt x="95" y="278"/>
                  </a:lnTo>
                  <a:lnTo>
                    <a:pt x="115" y="261"/>
                  </a:lnTo>
                  <a:lnTo>
                    <a:pt x="111" y="266"/>
                  </a:lnTo>
                  <a:lnTo>
                    <a:pt x="113" y="267"/>
                  </a:lnTo>
                  <a:lnTo>
                    <a:pt x="109" y="269"/>
                  </a:lnTo>
                  <a:lnTo>
                    <a:pt x="104" y="279"/>
                  </a:lnTo>
                  <a:lnTo>
                    <a:pt x="104" y="282"/>
                  </a:lnTo>
                  <a:lnTo>
                    <a:pt x="99" y="291"/>
                  </a:lnTo>
                  <a:lnTo>
                    <a:pt x="101" y="292"/>
                  </a:lnTo>
                  <a:lnTo>
                    <a:pt x="96" y="304"/>
                  </a:lnTo>
                  <a:lnTo>
                    <a:pt x="98" y="312"/>
                  </a:lnTo>
                  <a:lnTo>
                    <a:pt x="94" y="317"/>
                  </a:lnTo>
                  <a:lnTo>
                    <a:pt x="96" y="320"/>
                  </a:lnTo>
                  <a:lnTo>
                    <a:pt x="100" y="319"/>
                  </a:lnTo>
                  <a:lnTo>
                    <a:pt x="94" y="327"/>
                  </a:lnTo>
                  <a:lnTo>
                    <a:pt x="93" y="338"/>
                  </a:lnTo>
                  <a:lnTo>
                    <a:pt x="88" y="343"/>
                  </a:lnTo>
                  <a:lnTo>
                    <a:pt x="89" y="346"/>
                  </a:lnTo>
                  <a:lnTo>
                    <a:pt x="99" y="346"/>
                  </a:lnTo>
                  <a:lnTo>
                    <a:pt x="98" y="340"/>
                  </a:lnTo>
                  <a:lnTo>
                    <a:pt x="101" y="331"/>
                  </a:lnTo>
                  <a:lnTo>
                    <a:pt x="101" y="325"/>
                  </a:lnTo>
                  <a:lnTo>
                    <a:pt x="106" y="320"/>
                  </a:lnTo>
                  <a:lnTo>
                    <a:pt x="103" y="304"/>
                  </a:lnTo>
                  <a:lnTo>
                    <a:pt x="106" y="304"/>
                  </a:lnTo>
                  <a:lnTo>
                    <a:pt x="117" y="292"/>
                  </a:lnTo>
                  <a:lnTo>
                    <a:pt x="109" y="304"/>
                  </a:lnTo>
                  <a:lnTo>
                    <a:pt x="107" y="313"/>
                  </a:lnTo>
                  <a:lnTo>
                    <a:pt x="111" y="315"/>
                  </a:lnTo>
                  <a:lnTo>
                    <a:pt x="112" y="311"/>
                  </a:lnTo>
                  <a:lnTo>
                    <a:pt x="117" y="306"/>
                  </a:lnTo>
                  <a:lnTo>
                    <a:pt x="119" y="314"/>
                  </a:lnTo>
                  <a:lnTo>
                    <a:pt x="124" y="304"/>
                  </a:lnTo>
                  <a:lnTo>
                    <a:pt x="124" y="297"/>
                  </a:lnTo>
                  <a:lnTo>
                    <a:pt x="128" y="296"/>
                  </a:lnTo>
                  <a:lnTo>
                    <a:pt x="125" y="304"/>
                  </a:lnTo>
                  <a:lnTo>
                    <a:pt x="135" y="311"/>
                  </a:lnTo>
                  <a:lnTo>
                    <a:pt x="128" y="309"/>
                  </a:lnTo>
                  <a:lnTo>
                    <a:pt x="124" y="320"/>
                  </a:lnTo>
                  <a:lnTo>
                    <a:pt x="127" y="327"/>
                  </a:lnTo>
                  <a:lnTo>
                    <a:pt x="132" y="329"/>
                  </a:lnTo>
                  <a:lnTo>
                    <a:pt x="134" y="336"/>
                  </a:lnTo>
                  <a:lnTo>
                    <a:pt x="127" y="343"/>
                  </a:lnTo>
                  <a:lnTo>
                    <a:pt x="119" y="361"/>
                  </a:lnTo>
                  <a:lnTo>
                    <a:pt x="121" y="370"/>
                  </a:lnTo>
                  <a:lnTo>
                    <a:pt x="115" y="365"/>
                  </a:lnTo>
                  <a:lnTo>
                    <a:pt x="115" y="373"/>
                  </a:lnTo>
                  <a:lnTo>
                    <a:pt x="124" y="385"/>
                  </a:lnTo>
                  <a:lnTo>
                    <a:pt x="121" y="375"/>
                  </a:lnTo>
                  <a:lnTo>
                    <a:pt x="127" y="373"/>
                  </a:lnTo>
                  <a:lnTo>
                    <a:pt x="144" y="384"/>
                  </a:lnTo>
                  <a:lnTo>
                    <a:pt x="144" y="376"/>
                  </a:lnTo>
                  <a:lnTo>
                    <a:pt x="138" y="371"/>
                  </a:lnTo>
                  <a:lnTo>
                    <a:pt x="141" y="370"/>
                  </a:lnTo>
                  <a:lnTo>
                    <a:pt x="155" y="377"/>
                  </a:lnTo>
                  <a:lnTo>
                    <a:pt x="163" y="376"/>
                  </a:lnTo>
                  <a:lnTo>
                    <a:pt x="163" y="372"/>
                  </a:lnTo>
                  <a:lnTo>
                    <a:pt x="171" y="372"/>
                  </a:lnTo>
                  <a:lnTo>
                    <a:pt x="174" y="365"/>
                  </a:lnTo>
                  <a:lnTo>
                    <a:pt x="197" y="366"/>
                  </a:lnTo>
                  <a:lnTo>
                    <a:pt x="182" y="370"/>
                  </a:lnTo>
                  <a:lnTo>
                    <a:pt x="173" y="393"/>
                  </a:lnTo>
                  <a:lnTo>
                    <a:pt x="184" y="412"/>
                  </a:lnTo>
                  <a:lnTo>
                    <a:pt x="190" y="408"/>
                  </a:lnTo>
                  <a:lnTo>
                    <a:pt x="190" y="418"/>
                  </a:lnTo>
                  <a:lnTo>
                    <a:pt x="197" y="410"/>
                  </a:lnTo>
                  <a:lnTo>
                    <a:pt x="205" y="411"/>
                  </a:lnTo>
                  <a:lnTo>
                    <a:pt x="203" y="422"/>
                  </a:lnTo>
                  <a:lnTo>
                    <a:pt x="205" y="423"/>
                  </a:lnTo>
                  <a:lnTo>
                    <a:pt x="197" y="429"/>
                  </a:lnTo>
                  <a:lnTo>
                    <a:pt x="199" y="441"/>
                  </a:lnTo>
                  <a:lnTo>
                    <a:pt x="194" y="450"/>
                  </a:lnTo>
                  <a:lnTo>
                    <a:pt x="200" y="456"/>
                  </a:lnTo>
                  <a:lnTo>
                    <a:pt x="206" y="460"/>
                  </a:lnTo>
                  <a:lnTo>
                    <a:pt x="211" y="462"/>
                  </a:lnTo>
                  <a:lnTo>
                    <a:pt x="208" y="464"/>
                  </a:lnTo>
                  <a:lnTo>
                    <a:pt x="202" y="464"/>
                  </a:lnTo>
                  <a:lnTo>
                    <a:pt x="197" y="457"/>
                  </a:lnTo>
                  <a:lnTo>
                    <a:pt x="192" y="459"/>
                  </a:lnTo>
                  <a:lnTo>
                    <a:pt x="196" y="465"/>
                  </a:lnTo>
                  <a:lnTo>
                    <a:pt x="200" y="468"/>
                  </a:lnTo>
                  <a:lnTo>
                    <a:pt x="193" y="466"/>
                  </a:lnTo>
                  <a:lnTo>
                    <a:pt x="187" y="462"/>
                  </a:lnTo>
                  <a:lnTo>
                    <a:pt x="173" y="465"/>
                  </a:lnTo>
                  <a:lnTo>
                    <a:pt x="167" y="465"/>
                  </a:lnTo>
                  <a:lnTo>
                    <a:pt x="151" y="471"/>
                  </a:lnTo>
                  <a:lnTo>
                    <a:pt x="144" y="481"/>
                  </a:lnTo>
                  <a:lnTo>
                    <a:pt x="133" y="488"/>
                  </a:lnTo>
                  <a:lnTo>
                    <a:pt x="128" y="494"/>
                  </a:lnTo>
                  <a:lnTo>
                    <a:pt x="135" y="493"/>
                  </a:lnTo>
                  <a:lnTo>
                    <a:pt x="139" y="494"/>
                  </a:lnTo>
                  <a:lnTo>
                    <a:pt x="139" y="491"/>
                  </a:lnTo>
                  <a:lnTo>
                    <a:pt x="155" y="486"/>
                  </a:lnTo>
                  <a:lnTo>
                    <a:pt x="153" y="494"/>
                  </a:lnTo>
                  <a:lnTo>
                    <a:pt x="159" y="499"/>
                  </a:lnTo>
                  <a:lnTo>
                    <a:pt x="153" y="503"/>
                  </a:lnTo>
                  <a:lnTo>
                    <a:pt x="157" y="509"/>
                  </a:lnTo>
                  <a:lnTo>
                    <a:pt x="161" y="509"/>
                  </a:lnTo>
                  <a:lnTo>
                    <a:pt x="150" y="527"/>
                  </a:lnTo>
                  <a:lnTo>
                    <a:pt x="142" y="528"/>
                  </a:lnTo>
                  <a:lnTo>
                    <a:pt x="135" y="534"/>
                  </a:lnTo>
                  <a:lnTo>
                    <a:pt x="132" y="534"/>
                  </a:lnTo>
                  <a:lnTo>
                    <a:pt x="122" y="539"/>
                  </a:lnTo>
                  <a:lnTo>
                    <a:pt x="116" y="539"/>
                  </a:lnTo>
                  <a:lnTo>
                    <a:pt x="105" y="545"/>
                  </a:lnTo>
                  <a:lnTo>
                    <a:pt x="113" y="546"/>
                  </a:lnTo>
                  <a:lnTo>
                    <a:pt x="113" y="552"/>
                  </a:lnTo>
                  <a:lnTo>
                    <a:pt x="107" y="555"/>
                  </a:lnTo>
                  <a:lnTo>
                    <a:pt x="118" y="557"/>
                  </a:lnTo>
                  <a:lnTo>
                    <a:pt x="116" y="560"/>
                  </a:lnTo>
                  <a:lnTo>
                    <a:pt x="121" y="562"/>
                  </a:lnTo>
                  <a:lnTo>
                    <a:pt x="127" y="560"/>
                  </a:lnTo>
                  <a:lnTo>
                    <a:pt x="134" y="556"/>
                  </a:lnTo>
                  <a:lnTo>
                    <a:pt x="146" y="552"/>
                  </a:lnTo>
                  <a:lnTo>
                    <a:pt x="146" y="557"/>
                  </a:lnTo>
                  <a:lnTo>
                    <a:pt x="156" y="560"/>
                  </a:lnTo>
                  <a:lnTo>
                    <a:pt x="148" y="561"/>
                  </a:lnTo>
                  <a:lnTo>
                    <a:pt x="147" y="566"/>
                  </a:lnTo>
                  <a:lnTo>
                    <a:pt x="161" y="566"/>
                  </a:lnTo>
                  <a:lnTo>
                    <a:pt x="161" y="563"/>
                  </a:lnTo>
                  <a:lnTo>
                    <a:pt x="167" y="562"/>
                  </a:lnTo>
                  <a:lnTo>
                    <a:pt x="174" y="568"/>
                  </a:lnTo>
                  <a:lnTo>
                    <a:pt x="180" y="575"/>
                  </a:lnTo>
                  <a:lnTo>
                    <a:pt x="194" y="575"/>
                  </a:lnTo>
                  <a:lnTo>
                    <a:pt x="198" y="569"/>
                  </a:lnTo>
                  <a:lnTo>
                    <a:pt x="204" y="567"/>
                  </a:lnTo>
                  <a:lnTo>
                    <a:pt x="214" y="563"/>
                  </a:lnTo>
                  <a:lnTo>
                    <a:pt x="217" y="558"/>
                  </a:lnTo>
                  <a:lnTo>
                    <a:pt x="226" y="555"/>
                  </a:lnTo>
                  <a:lnTo>
                    <a:pt x="215" y="567"/>
                  </a:lnTo>
                  <a:lnTo>
                    <a:pt x="204" y="576"/>
                  </a:lnTo>
                  <a:lnTo>
                    <a:pt x="203" y="587"/>
                  </a:lnTo>
                  <a:lnTo>
                    <a:pt x="196" y="587"/>
                  </a:lnTo>
                  <a:lnTo>
                    <a:pt x="190" y="589"/>
                  </a:lnTo>
                  <a:lnTo>
                    <a:pt x="184" y="586"/>
                  </a:lnTo>
                  <a:lnTo>
                    <a:pt x="164" y="584"/>
                  </a:lnTo>
                  <a:lnTo>
                    <a:pt x="151" y="587"/>
                  </a:lnTo>
                  <a:lnTo>
                    <a:pt x="151" y="593"/>
                  </a:lnTo>
                  <a:lnTo>
                    <a:pt x="145" y="598"/>
                  </a:lnTo>
                  <a:lnTo>
                    <a:pt x="138" y="598"/>
                  </a:lnTo>
                  <a:lnTo>
                    <a:pt x="136" y="613"/>
                  </a:lnTo>
                  <a:lnTo>
                    <a:pt x="128" y="619"/>
                  </a:lnTo>
                  <a:lnTo>
                    <a:pt x="125" y="622"/>
                  </a:lnTo>
                  <a:lnTo>
                    <a:pt x="117" y="625"/>
                  </a:lnTo>
                  <a:lnTo>
                    <a:pt x="115" y="632"/>
                  </a:lnTo>
                  <a:lnTo>
                    <a:pt x="111" y="632"/>
                  </a:lnTo>
                  <a:lnTo>
                    <a:pt x="109" y="637"/>
                  </a:lnTo>
                  <a:lnTo>
                    <a:pt x="99" y="644"/>
                  </a:lnTo>
                  <a:lnTo>
                    <a:pt x="93" y="642"/>
                  </a:lnTo>
                  <a:lnTo>
                    <a:pt x="86" y="647"/>
                  </a:lnTo>
                  <a:lnTo>
                    <a:pt x="86" y="654"/>
                  </a:lnTo>
                  <a:lnTo>
                    <a:pt x="94" y="654"/>
                  </a:lnTo>
                  <a:lnTo>
                    <a:pt x="94" y="648"/>
                  </a:lnTo>
                  <a:lnTo>
                    <a:pt x="104" y="650"/>
                  </a:lnTo>
                  <a:lnTo>
                    <a:pt x="109" y="657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ar-SA" sz="3200"/>
            </a:p>
          </p:txBody>
        </p:sp>
        <p:sp>
          <p:nvSpPr>
            <p:cNvPr id="146" name="Freeform 41">
              <a:extLst>
                <a:ext uri="{FF2B5EF4-FFF2-40B4-BE49-F238E27FC236}">
                  <a16:creationId xmlns:a16="http://schemas.microsoft.com/office/drawing/2014/main" id="{96C4C546-DC54-99C1-EB5E-052CDE97D6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70887" y="4002679"/>
              <a:ext cx="1210930" cy="945279"/>
            </a:xfrm>
            <a:custGeom>
              <a:avLst/>
              <a:gdLst/>
              <a:ahLst/>
              <a:cxnLst>
                <a:cxn ang="0">
                  <a:pos x="469" y="246"/>
                </a:cxn>
                <a:cxn ang="0">
                  <a:pos x="433" y="264"/>
                </a:cxn>
                <a:cxn ang="0">
                  <a:pos x="444" y="234"/>
                </a:cxn>
                <a:cxn ang="0">
                  <a:pos x="479" y="193"/>
                </a:cxn>
                <a:cxn ang="0">
                  <a:pos x="496" y="188"/>
                </a:cxn>
                <a:cxn ang="0">
                  <a:pos x="503" y="145"/>
                </a:cxn>
                <a:cxn ang="0">
                  <a:pos x="515" y="106"/>
                </a:cxn>
                <a:cxn ang="0">
                  <a:pos x="474" y="101"/>
                </a:cxn>
                <a:cxn ang="0">
                  <a:pos x="443" y="88"/>
                </a:cxn>
                <a:cxn ang="0">
                  <a:pos x="406" y="76"/>
                </a:cxn>
                <a:cxn ang="0">
                  <a:pos x="371" y="58"/>
                </a:cxn>
                <a:cxn ang="0">
                  <a:pos x="343" y="38"/>
                </a:cxn>
                <a:cxn ang="0">
                  <a:pos x="311" y="3"/>
                </a:cxn>
                <a:cxn ang="0">
                  <a:pos x="271" y="12"/>
                </a:cxn>
                <a:cxn ang="0">
                  <a:pos x="254" y="61"/>
                </a:cxn>
                <a:cxn ang="0">
                  <a:pos x="202" y="79"/>
                </a:cxn>
                <a:cxn ang="0">
                  <a:pos x="171" y="94"/>
                </a:cxn>
                <a:cxn ang="0">
                  <a:pos x="150" y="77"/>
                </a:cxn>
                <a:cxn ang="0">
                  <a:pos x="123" y="83"/>
                </a:cxn>
                <a:cxn ang="0">
                  <a:pos x="134" y="117"/>
                </a:cxn>
                <a:cxn ang="0">
                  <a:pos x="110" y="129"/>
                </a:cxn>
                <a:cxn ang="0">
                  <a:pos x="69" y="118"/>
                </a:cxn>
                <a:cxn ang="0">
                  <a:pos x="35" y="126"/>
                </a:cxn>
                <a:cxn ang="0">
                  <a:pos x="4" y="146"/>
                </a:cxn>
                <a:cxn ang="0">
                  <a:pos x="7" y="147"/>
                </a:cxn>
                <a:cxn ang="0">
                  <a:pos x="16" y="158"/>
                </a:cxn>
                <a:cxn ang="0">
                  <a:pos x="18" y="177"/>
                </a:cxn>
                <a:cxn ang="0">
                  <a:pos x="57" y="182"/>
                </a:cxn>
                <a:cxn ang="0">
                  <a:pos x="84" y="188"/>
                </a:cxn>
                <a:cxn ang="0">
                  <a:pos x="98" y="205"/>
                </a:cxn>
                <a:cxn ang="0">
                  <a:pos x="121" y="205"/>
                </a:cxn>
                <a:cxn ang="0">
                  <a:pos x="109" y="228"/>
                </a:cxn>
                <a:cxn ang="0">
                  <a:pos x="152" y="255"/>
                </a:cxn>
                <a:cxn ang="0">
                  <a:pos x="149" y="285"/>
                </a:cxn>
                <a:cxn ang="0">
                  <a:pos x="166" y="299"/>
                </a:cxn>
                <a:cxn ang="0">
                  <a:pos x="155" y="337"/>
                </a:cxn>
                <a:cxn ang="0">
                  <a:pos x="135" y="404"/>
                </a:cxn>
                <a:cxn ang="0">
                  <a:pos x="156" y="420"/>
                </a:cxn>
                <a:cxn ang="0">
                  <a:pos x="215" y="441"/>
                </a:cxn>
                <a:cxn ang="0">
                  <a:pos x="271" y="438"/>
                </a:cxn>
                <a:cxn ang="0">
                  <a:pos x="326" y="449"/>
                </a:cxn>
                <a:cxn ang="0">
                  <a:pos x="353" y="392"/>
                </a:cxn>
                <a:cxn ang="0">
                  <a:pos x="393" y="403"/>
                </a:cxn>
                <a:cxn ang="0">
                  <a:pos x="463" y="420"/>
                </a:cxn>
                <a:cxn ang="0">
                  <a:pos x="508" y="380"/>
                </a:cxn>
                <a:cxn ang="0">
                  <a:pos x="480" y="328"/>
                </a:cxn>
                <a:cxn ang="0">
                  <a:pos x="480" y="288"/>
                </a:cxn>
                <a:cxn ang="0">
                  <a:pos x="580" y="504"/>
                </a:cxn>
                <a:cxn ang="0">
                  <a:pos x="567" y="487"/>
                </a:cxn>
                <a:cxn ang="0">
                  <a:pos x="560" y="472"/>
                </a:cxn>
                <a:cxn ang="0">
                  <a:pos x="557" y="455"/>
                </a:cxn>
                <a:cxn ang="0">
                  <a:pos x="584" y="437"/>
                </a:cxn>
                <a:cxn ang="0">
                  <a:pos x="592" y="417"/>
                </a:cxn>
                <a:cxn ang="0">
                  <a:pos x="594" y="485"/>
                </a:cxn>
              </a:cxnLst>
              <a:rect l="0" t="0" r="r" b="b"/>
              <a:pathLst>
                <a:path w="598" h="504">
                  <a:moveTo>
                    <a:pt x="484" y="275"/>
                  </a:moveTo>
                  <a:lnTo>
                    <a:pt x="482" y="268"/>
                  </a:lnTo>
                  <a:lnTo>
                    <a:pt x="478" y="264"/>
                  </a:lnTo>
                  <a:lnTo>
                    <a:pt x="474" y="253"/>
                  </a:lnTo>
                  <a:lnTo>
                    <a:pt x="469" y="246"/>
                  </a:lnTo>
                  <a:lnTo>
                    <a:pt x="456" y="245"/>
                  </a:lnTo>
                  <a:lnTo>
                    <a:pt x="450" y="250"/>
                  </a:lnTo>
                  <a:lnTo>
                    <a:pt x="453" y="261"/>
                  </a:lnTo>
                  <a:lnTo>
                    <a:pt x="443" y="264"/>
                  </a:lnTo>
                  <a:lnTo>
                    <a:pt x="433" y="264"/>
                  </a:lnTo>
                  <a:lnTo>
                    <a:pt x="432" y="257"/>
                  </a:lnTo>
                  <a:lnTo>
                    <a:pt x="436" y="255"/>
                  </a:lnTo>
                  <a:lnTo>
                    <a:pt x="443" y="255"/>
                  </a:lnTo>
                  <a:lnTo>
                    <a:pt x="443" y="247"/>
                  </a:lnTo>
                  <a:lnTo>
                    <a:pt x="444" y="234"/>
                  </a:lnTo>
                  <a:lnTo>
                    <a:pt x="456" y="217"/>
                  </a:lnTo>
                  <a:lnTo>
                    <a:pt x="463" y="215"/>
                  </a:lnTo>
                  <a:lnTo>
                    <a:pt x="472" y="205"/>
                  </a:lnTo>
                  <a:lnTo>
                    <a:pt x="480" y="201"/>
                  </a:lnTo>
                  <a:lnTo>
                    <a:pt x="479" y="193"/>
                  </a:lnTo>
                  <a:lnTo>
                    <a:pt x="469" y="189"/>
                  </a:lnTo>
                  <a:lnTo>
                    <a:pt x="475" y="182"/>
                  </a:lnTo>
                  <a:lnTo>
                    <a:pt x="485" y="182"/>
                  </a:lnTo>
                  <a:lnTo>
                    <a:pt x="488" y="187"/>
                  </a:lnTo>
                  <a:lnTo>
                    <a:pt x="496" y="188"/>
                  </a:lnTo>
                  <a:lnTo>
                    <a:pt x="511" y="184"/>
                  </a:lnTo>
                  <a:lnTo>
                    <a:pt x="507" y="176"/>
                  </a:lnTo>
                  <a:lnTo>
                    <a:pt x="499" y="171"/>
                  </a:lnTo>
                  <a:lnTo>
                    <a:pt x="498" y="159"/>
                  </a:lnTo>
                  <a:lnTo>
                    <a:pt x="503" y="145"/>
                  </a:lnTo>
                  <a:lnTo>
                    <a:pt x="509" y="140"/>
                  </a:lnTo>
                  <a:lnTo>
                    <a:pt x="509" y="134"/>
                  </a:lnTo>
                  <a:lnTo>
                    <a:pt x="514" y="120"/>
                  </a:lnTo>
                  <a:lnTo>
                    <a:pt x="525" y="111"/>
                  </a:lnTo>
                  <a:lnTo>
                    <a:pt x="515" y="106"/>
                  </a:lnTo>
                  <a:lnTo>
                    <a:pt x="507" y="106"/>
                  </a:lnTo>
                  <a:lnTo>
                    <a:pt x="496" y="101"/>
                  </a:lnTo>
                  <a:lnTo>
                    <a:pt x="487" y="103"/>
                  </a:lnTo>
                  <a:lnTo>
                    <a:pt x="481" y="101"/>
                  </a:lnTo>
                  <a:lnTo>
                    <a:pt x="474" y="101"/>
                  </a:lnTo>
                  <a:lnTo>
                    <a:pt x="467" y="103"/>
                  </a:lnTo>
                  <a:lnTo>
                    <a:pt x="458" y="97"/>
                  </a:lnTo>
                  <a:lnTo>
                    <a:pt x="458" y="93"/>
                  </a:lnTo>
                  <a:lnTo>
                    <a:pt x="450" y="87"/>
                  </a:lnTo>
                  <a:lnTo>
                    <a:pt x="443" y="88"/>
                  </a:lnTo>
                  <a:lnTo>
                    <a:pt x="432" y="87"/>
                  </a:lnTo>
                  <a:lnTo>
                    <a:pt x="426" y="78"/>
                  </a:lnTo>
                  <a:lnTo>
                    <a:pt x="418" y="78"/>
                  </a:lnTo>
                  <a:lnTo>
                    <a:pt x="415" y="81"/>
                  </a:lnTo>
                  <a:lnTo>
                    <a:pt x="406" y="76"/>
                  </a:lnTo>
                  <a:lnTo>
                    <a:pt x="398" y="74"/>
                  </a:lnTo>
                  <a:lnTo>
                    <a:pt x="387" y="62"/>
                  </a:lnTo>
                  <a:lnTo>
                    <a:pt x="381" y="61"/>
                  </a:lnTo>
                  <a:lnTo>
                    <a:pt x="377" y="58"/>
                  </a:lnTo>
                  <a:lnTo>
                    <a:pt x="371" y="58"/>
                  </a:lnTo>
                  <a:lnTo>
                    <a:pt x="366" y="60"/>
                  </a:lnTo>
                  <a:lnTo>
                    <a:pt x="357" y="56"/>
                  </a:lnTo>
                  <a:lnTo>
                    <a:pt x="355" y="44"/>
                  </a:lnTo>
                  <a:lnTo>
                    <a:pt x="349" y="42"/>
                  </a:lnTo>
                  <a:lnTo>
                    <a:pt x="343" y="38"/>
                  </a:lnTo>
                  <a:lnTo>
                    <a:pt x="339" y="38"/>
                  </a:lnTo>
                  <a:lnTo>
                    <a:pt x="325" y="29"/>
                  </a:lnTo>
                  <a:lnTo>
                    <a:pt x="324" y="21"/>
                  </a:lnTo>
                  <a:lnTo>
                    <a:pt x="313" y="18"/>
                  </a:lnTo>
                  <a:lnTo>
                    <a:pt x="311" y="3"/>
                  </a:lnTo>
                  <a:lnTo>
                    <a:pt x="306" y="0"/>
                  </a:lnTo>
                  <a:lnTo>
                    <a:pt x="305" y="2"/>
                  </a:lnTo>
                  <a:lnTo>
                    <a:pt x="288" y="8"/>
                  </a:lnTo>
                  <a:lnTo>
                    <a:pt x="284" y="4"/>
                  </a:lnTo>
                  <a:lnTo>
                    <a:pt x="271" y="12"/>
                  </a:lnTo>
                  <a:lnTo>
                    <a:pt x="268" y="20"/>
                  </a:lnTo>
                  <a:lnTo>
                    <a:pt x="270" y="30"/>
                  </a:lnTo>
                  <a:lnTo>
                    <a:pt x="267" y="44"/>
                  </a:lnTo>
                  <a:lnTo>
                    <a:pt x="254" y="56"/>
                  </a:lnTo>
                  <a:lnTo>
                    <a:pt x="254" y="61"/>
                  </a:lnTo>
                  <a:lnTo>
                    <a:pt x="239" y="65"/>
                  </a:lnTo>
                  <a:lnTo>
                    <a:pt x="232" y="66"/>
                  </a:lnTo>
                  <a:lnTo>
                    <a:pt x="224" y="64"/>
                  </a:lnTo>
                  <a:lnTo>
                    <a:pt x="206" y="72"/>
                  </a:lnTo>
                  <a:lnTo>
                    <a:pt x="202" y="79"/>
                  </a:lnTo>
                  <a:lnTo>
                    <a:pt x="206" y="84"/>
                  </a:lnTo>
                  <a:lnTo>
                    <a:pt x="213" y="87"/>
                  </a:lnTo>
                  <a:lnTo>
                    <a:pt x="202" y="93"/>
                  </a:lnTo>
                  <a:lnTo>
                    <a:pt x="189" y="96"/>
                  </a:lnTo>
                  <a:lnTo>
                    <a:pt x="171" y="94"/>
                  </a:lnTo>
                  <a:lnTo>
                    <a:pt x="163" y="90"/>
                  </a:lnTo>
                  <a:lnTo>
                    <a:pt x="156" y="93"/>
                  </a:lnTo>
                  <a:lnTo>
                    <a:pt x="154" y="88"/>
                  </a:lnTo>
                  <a:lnTo>
                    <a:pt x="148" y="83"/>
                  </a:lnTo>
                  <a:lnTo>
                    <a:pt x="150" y="77"/>
                  </a:lnTo>
                  <a:lnTo>
                    <a:pt x="143" y="73"/>
                  </a:lnTo>
                  <a:lnTo>
                    <a:pt x="135" y="76"/>
                  </a:lnTo>
                  <a:lnTo>
                    <a:pt x="125" y="76"/>
                  </a:lnTo>
                  <a:lnTo>
                    <a:pt x="120" y="74"/>
                  </a:lnTo>
                  <a:lnTo>
                    <a:pt x="123" y="83"/>
                  </a:lnTo>
                  <a:lnTo>
                    <a:pt x="121" y="88"/>
                  </a:lnTo>
                  <a:lnTo>
                    <a:pt x="137" y="101"/>
                  </a:lnTo>
                  <a:lnTo>
                    <a:pt x="134" y="105"/>
                  </a:lnTo>
                  <a:lnTo>
                    <a:pt x="135" y="111"/>
                  </a:lnTo>
                  <a:lnTo>
                    <a:pt x="134" y="117"/>
                  </a:lnTo>
                  <a:lnTo>
                    <a:pt x="139" y="123"/>
                  </a:lnTo>
                  <a:lnTo>
                    <a:pt x="140" y="130"/>
                  </a:lnTo>
                  <a:lnTo>
                    <a:pt x="125" y="128"/>
                  </a:lnTo>
                  <a:lnTo>
                    <a:pt x="117" y="130"/>
                  </a:lnTo>
                  <a:lnTo>
                    <a:pt x="110" y="129"/>
                  </a:lnTo>
                  <a:lnTo>
                    <a:pt x="103" y="130"/>
                  </a:lnTo>
                  <a:lnTo>
                    <a:pt x="99" y="128"/>
                  </a:lnTo>
                  <a:lnTo>
                    <a:pt x="90" y="135"/>
                  </a:lnTo>
                  <a:lnTo>
                    <a:pt x="76" y="120"/>
                  </a:lnTo>
                  <a:lnTo>
                    <a:pt x="69" y="118"/>
                  </a:lnTo>
                  <a:lnTo>
                    <a:pt x="58" y="120"/>
                  </a:lnTo>
                  <a:lnTo>
                    <a:pt x="50" y="128"/>
                  </a:lnTo>
                  <a:lnTo>
                    <a:pt x="45" y="125"/>
                  </a:lnTo>
                  <a:lnTo>
                    <a:pt x="40" y="129"/>
                  </a:lnTo>
                  <a:lnTo>
                    <a:pt x="35" y="126"/>
                  </a:lnTo>
                  <a:lnTo>
                    <a:pt x="26" y="128"/>
                  </a:lnTo>
                  <a:lnTo>
                    <a:pt x="21" y="132"/>
                  </a:lnTo>
                  <a:lnTo>
                    <a:pt x="6" y="134"/>
                  </a:lnTo>
                  <a:lnTo>
                    <a:pt x="0" y="140"/>
                  </a:lnTo>
                  <a:lnTo>
                    <a:pt x="4" y="146"/>
                  </a:lnTo>
                  <a:lnTo>
                    <a:pt x="11" y="143"/>
                  </a:lnTo>
                  <a:lnTo>
                    <a:pt x="19" y="146"/>
                  </a:lnTo>
                  <a:lnTo>
                    <a:pt x="22" y="148"/>
                  </a:lnTo>
                  <a:lnTo>
                    <a:pt x="13" y="147"/>
                  </a:lnTo>
                  <a:lnTo>
                    <a:pt x="7" y="147"/>
                  </a:lnTo>
                  <a:lnTo>
                    <a:pt x="11" y="155"/>
                  </a:lnTo>
                  <a:lnTo>
                    <a:pt x="13" y="149"/>
                  </a:lnTo>
                  <a:lnTo>
                    <a:pt x="19" y="151"/>
                  </a:lnTo>
                  <a:lnTo>
                    <a:pt x="21" y="157"/>
                  </a:lnTo>
                  <a:lnTo>
                    <a:pt x="16" y="158"/>
                  </a:lnTo>
                  <a:lnTo>
                    <a:pt x="7" y="162"/>
                  </a:lnTo>
                  <a:lnTo>
                    <a:pt x="7" y="163"/>
                  </a:lnTo>
                  <a:lnTo>
                    <a:pt x="16" y="163"/>
                  </a:lnTo>
                  <a:lnTo>
                    <a:pt x="18" y="172"/>
                  </a:lnTo>
                  <a:lnTo>
                    <a:pt x="18" y="177"/>
                  </a:lnTo>
                  <a:lnTo>
                    <a:pt x="27" y="171"/>
                  </a:lnTo>
                  <a:lnTo>
                    <a:pt x="34" y="174"/>
                  </a:lnTo>
                  <a:lnTo>
                    <a:pt x="39" y="172"/>
                  </a:lnTo>
                  <a:lnTo>
                    <a:pt x="53" y="177"/>
                  </a:lnTo>
                  <a:lnTo>
                    <a:pt x="57" y="182"/>
                  </a:lnTo>
                  <a:lnTo>
                    <a:pt x="63" y="182"/>
                  </a:lnTo>
                  <a:lnTo>
                    <a:pt x="73" y="188"/>
                  </a:lnTo>
                  <a:lnTo>
                    <a:pt x="80" y="182"/>
                  </a:lnTo>
                  <a:lnTo>
                    <a:pt x="85" y="183"/>
                  </a:lnTo>
                  <a:lnTo>
                    <a:pt x="84" y="188"/>
                  </a:lnTo>
                  <a:lnTo>
                    <a:pt x="86" y="191"/>
                  </a:lnTo>
                  <a:lnTo>
                    <a:pt x="93" y="187"/>
                  </a:lnTo>
                  <a:lnTo>
                    <a:pt x="98" y="191"/>
                  </a:lnTo>
                  <a:lnTo>
                    <a:pt x="94" y="199"/>
                  </a:lnTo>
                  <a:lnTo>
                    <a:pt x="98" y="205"/>
                  </a:lnTo>
                  <a:lnTo>
                    <a:pt x="104" y="205"/>
                  </a:lnTo>
                  <a:lnTo>
                    <a:pt x="113" y="200"/>
                  </a:lnTo>
                  <a:lnTo>
                    <a:pt x="122" y="201"/>
                  </a:lnTo>
                  <a:lnTo>
                    <a:pt x="128" y="209"/>
                  </a:lnTo>
                  <a:lnTo>
                    <a:pt x="121" y="205"/>
                  </a:lnTo>
                  <a:lnTo>
                    <a:pt x="113" y="205"/>
                  </a:lnTo>
                  <a:lnTo>
                    <a:pt x="106" y="211"/>
                  </a:lnTo>
                  <a:lnTo>
                    <a:pt x="111" y="213"/>
                  </a:lnTo>
                  <a:lnTo>
                    <a:pt x="114" y="222"/>
                  </a:lnTo>
                  <a:lnTo>
                    <a:pt x="109" y="228"/>
                  </a:lnTo>
                  <a:lnTo>
                    <a:pt x="111" y="234"/>
                  </a:lnTo>
                  <a:lnTo>
                    <a:pt x="119" y="235"/>
                  </a:lnTo>
                  <a:lnTo>
                    <a:pt x="131" y="247"/>
                  </a:lnTo>
                  <a:lnTo>
                    <a:pt x="142" y="249"/>
                  </a:lnTo>
                  <a:lnTo>
                    <a:pt x="152" y="255"/>
                  </a:lnTo>
                  <a:lnTo>
                    <a:pt x="152" y="262"/>
                  </a:lnTo>
                  <a:lnTo>
                    <a:pt x="156" y="268"/>
                  </a:lnTo>
                  <a:lnTo>
                    <a:pt x="152" y="276"/>
                  </a:lnTo>
                  <a:lnTo>
                    <a:pt x="150" y="278"/>
                  </a:lnTo>
                  <a:lnTo>
                    <a:pt x="149" y="285"/>
                  </a:lnTo>
                  <a:lnTo>
                    <a:pt x="156" y="286"/>
                  </a:lnTo>
                  <a:lnTo>
                    <a:pt x="169" y="296"/>
                  </a:lnTo>
                  <a:lnTo>
                    <a:pt x="180" y="319"/>
                  </a:lnTo>
                  <a:lnTo>
                    <a:pt x="169" y="309"/>
                  </a:lnTo>
                  <a:lnTo>
                    <a:pt x="166" y="299"/>
                  </a:lnTo>
                  <a:lnTo>
                    <a:pt x="156" y="294"/>
                  </a:lnTo>
                  <a:lnTo>
                    <a:pt x="152" y="297"/>
                  </a:lnTo>
                  <a:lnTo>
                    <a:pt x="148" y="317"/>
                  </a:lnTo>
                  <a:lnTo>
                    <a:pt x="148" y="333"/>
                  </a:lnTo>
                  <a:lnTo>
                    <a:pt x="155" y="337"/>
                  </a:lnTo>
                  <a:lnTo>
                    <a:pt x="149" y="342"/>
                  </a:lnTo>
                  <a:lnTo>
                    <a:pt x="146" y="369"/>
                  </a:lnTo>
                  <a:lnTo>
                    <a:pt x="138" y="395"/>
                  </a:lnTo>
                  <a:lnTo>
                    <a:pt x="128" y="400"/>
                  </a:lnTo>
                  <a:lnTo>
                    <a:pt x="135" y="404"/>
                  </a:lnTo>
                  <a:lnTo>
                    <a:pt x="137" y="406"/>
                  </a:lnTo>
                  <a:lnTo>
                    <a:pt x="143" y="407"/>
                  </a:lnTo>
                  <a:lnTo>
                    <a:pt x="144" y="415"/>
                  </a:lnTo>
                  <a:lnTo>
                    <a:pt x="143" y="423"/>
                  </a:lnTo>
                  <a:lnTo>
                    <a:pt x="156" y="420"/>
                  </a:lnTo>
                  <a:lnTo>
                    <a:pt x="174" y="427"/>
                  </a:lnTo>
                  <a:lnTo>
                    <a:pt x="183" y="436"/>
                  </a:lnTo>
                  <a:lnTo>
                    <a:pt x="192" y="432"/>
                  </a:lnTo>
                  <a:lnTo>
                    <a:pt x="202" y="442"/>
                  </a:lnTo>
                  <a:lnTo>
                    <a:pt x="215" y="441"/>
                  </a:lnTo>
                  <a:lnTo>
                    <a:pt x="221" y="444"/>
                  </a:lnTo>
                  <a:lnTo>
                    <a:pt x="230" y="437"/>
                  </a:lnTo>
                  <a:lnTo>
                    <a:pt x="250" y="436"/>
                  </a:lnTo>
                  <a:lnTo>
                    <a:pt x="259" y="440"/>
                  </a:lnTo>
                  <a:lnTo>
                    <a:pt x="271" y="438"/>
                  </a:lnTo>
                  <a:lnTo>
                    <a:pt x="284" y="446"/>
                  </a:lnTo>
                  <a:lnTo>
                    <a:pt x="306" y="443"/>
                  </a:lnTo>
                  <a:lnTo>
                    <a:pt x="320" y="452"/>
                  </a:lnTo>
                  <a:lnTo>
                    <a:pt x="326" y="454"/>
                  </a:lnTo>
                  <a:lnTo>
                    <a:pt x="326" y="449"/>
                  </a:lnTo>
                  <a:lnTo>
                    <a:pt x="323" y="437"/>
                  </a:lnTo>
                  <a:lnTo>
                    <a:pt x="326" y="424"/>
                  </a:lnTo>
                  <a:lnTo>
                    <a:pt x="328" y="417"/>
                  </a:lnTo>
                  <a:lnTo>
                    <a:pt x="337" y="408"/>
                  </a:lnTo>
                  <a:lnTo>
                    <a:pt x="353" y="392"/>
                  </a:lnTo>
                  <a:lnTo>
                    <a:pt x="359" y="392"/>
                  </a:lnTo>
                  <a:lnTo>
                    <a:pt x="364" y="396"/>
                  </a:lnTo>
                  <a:lnTo>
                    <a:pt x="375" y="397"/>
                  </a:lnTo>
                  <a:lnTo>
                    <a:pt x="386" y="403"/>
                  </a:lnTo>
                  <a:lnTo>
                    <a:pt x="393" y="403"/>
                  </a:lnTo>
                  <a:lnTo>
                    <a:pt x="400" y="398"/>
                  </a:lnTo>
                  <a:lnTo>
                    <a:pt x="406" y="397"/>
                  </a:lnTo>
                  <a:lnTo>
                    <a:pt x="434" y="413"/>
                  </a:lnTo>
                  <a:lnTo>
                    <a:pt x="443" y="419"/>
                  </a:lnTo>
                  <a:lnTo>
                    <a:pt x="463" y="420"/>
                  </a:lnTo>
                  <a:lnTo>
                    <a:pt x="472" y="413"/>
                  </a:lnTo>
                  <a:lnTo>
                    <a:pt x="469" y="409"/>
                  </a:lnTo>
                  <a:lnTo>
                    <a:pt x="478" y="401"/>
                  </a:lnTo>
                  <a:lnTo>
                    <a:pt x="507" y="380"/>
                  </a:lnTo>
                  <a:lnTo>
                    <a:pt x="508" y="380"/>
                  </a:lnTo>
                  <a:lnTo>
                    <a:pt x="505" y="372"/>
                  </a:lnTo>
                  <a:lnTo>
                    <a:pt x="511" y="359"/>
                  </a:lnTo>
                  <a:lnTo>
                    <a:pt x="497" y="359"/>
                  </a:lnTo>
                  <a:lnTo>
                    <a:pt x="482" y="350"/>
                  </a:lnTo>
                  <a:lnTo>
                    <a:pt x="480" y="328"/>
                  </a:lnTo>
                  <a:lnTo>
                    <a:pt x="469" y="317"/>
                  </a:lnTo>
                  <a:lnTo>
                    <a:pt x="476" y="311"/>
                  </a:lnTo>
                  <a:lnTo>
                    <a:pt x="486" y="310"/>
                  </a:lnTo>
                  <a:lnTo>
                    <a:pt x="488" y="296"/>
                  </a:lnTo>
                  <a:lnTo>
                    <a:pt x="480" y="288"/>
                  </a:lnTo>
                  <a:lnTo>
                    <a:pt x="479" y="279"/>
                  </a:lnTo>
                  <a:lnTo>
                    <a:pt x="484" y="274"/>
                  </a:lnTo>
                  <a:lnTo>
                    <a:pt x="484" y="275"/>
                  </a:lnTo>
                  <a:lnTo>
                    <a:pt x="484" y="275"/>
                  </a:lnTo>
                  <a:close/>
                  <a:moveTo>
                    <a:pt x="580" y="504"/>
                  </a:moveTo>
                  <a:lnTo>
                    <a:pt x="566" y="498"/>
                  </a:lnTo>
                  <a:lnTo>
                    <a:pt x="563" y="494"/>
                  </a:lnTo>
                  <a:lnTo>
                    <a:pt x="567" y="489"/>
                  </a:lnTo>
                  <a:lnTo>
                    <a:pt x="571" y="490"/>
                  </a:lnTo>
                  <a:lnTo>
                    <a:pt x="567" y="487"/>
                  </a:lnTo>
                  <a:lnTo>
                    <a:pt x="565" y="487"/>
                  </a:lnTo>
                  <a:lnTo>
                    <a:pt x="565" y="481"/>
                  </a:lnTo>
                  <a:lnTo>
                    <a:pt x="559" y="477"/>
                  </a:lnTo>
                  <a:lnTo>
                    <a:pt x="556" y="473"/>
                  </a:lnTo>
                  <a:lnTo>
                    <a:pt x="560" y="472"/>
                  </a:lnTo>
                  <a:lnTo>
                    <a:pt x="560" y="469"/>
                  </a:lnTo>
                  <a:lnTo>
                    <a:pt x="553" y="465"/>
                  </a:lnTo>
                  <a:lnTo>
                    <a:pt x="551" y="459"/>
                  </a:lnTo>
                  <a:lnTo>
                    <a:pt x="556" y="459"/>
                  </a:lnTo>
                  <a:lnTo>
                    <a:pt x="557" y="455"/>
                  </a:lnTo>
                  <a:lnTo>
                    <a:pt x="553" y="452"/>
                  </a:lnTo>
                  <a:lnTo>
                    <a:pt x="559" y="441"/>
                  </a:lnTo>
                  <a:lnTo>
                    <a:pt x="573" y="437"/>
                  </a:lnTo>
                  <a:lnTo>
                    <a:pt x="578" y="432"/>
                  </a:lnTo>
                  <a:lnTo>
                    <a:pt x="584" y="437"/>
                  </a:lnTo>
                  <a:lnTo>
                    <a:pt x="588" y="437"/>
                  </a:lnTo>
                  <a:lnTo>
                    <a:pt x="589" y="430"/>
                  </a:lnTo>
                  <a:lnTo>
                    <a:pt x="586" y="424"/>
                  </a:lnTo>
                  <a:lnTo>
                    <a:pt x="588" y="417"/>
                  </a:lnTo>
                  <a:lnTo>
                    <a:pt x="592" y="417"/>
                  </a:lnTo>
                  <a:lnTo>
                    <a:pt x="595" y="429"/>
                  </a:lnTo>
                  <a:lnTo>
                    <a:pt x="594" y="440"/>
                  </a:lnTo>
                  <a:lnTo>
                    <a:pt x="598" y="456"/>
                  </a:lnTo>
                  <a:lnTo>
                    <a:pt x="592" y="476"/>
                  </a:lnTo>
                  <a:lnTo>
                    <a:pt x="594" y="485"/>
                  </a:lnTo>
                  <a:lnTo>
                    <a:pt x="589" y="499"/>
                  </a:lnTo>
                  <a:lnTo>
                    <a:pt x="580" y="504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ar-SA" sz="3200"/>
            </a:p>
          </p:txBody>
        </p:sp>
        <p:sp>
          <p:nvSpPr>
            <p:cNvPr id="148" name="Freeform 43">
              <a:extLst>
                <a:ext uri="{FF2B5EF4-FFF2-40B4-BE49-F238E27FC236}">
                  <a16:creationId xmlns:a16="http://schemas.microsoft.com/office/drawing/2014/main" id="{EE35EC93-50E8-D879-153D-D7C84545B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044" y="4715392"/>
              <a:ext cx="1057033" cy="727716"/>
            </a:xfrm>
            <a:custGeom>
              <a:avLst/>
              <a:gdLst/>
              <a:ahLst/>
              <a:cxnLst>
                <a:cxn ang="0">
                  <a:pos x="331" y="26"/>
                </a:cxn>
                <a:cxn ang="0">
                  <a:pos x="337" y="43"/>
                </a:cxn>
                <a:cxn ang="0">
                  <a:pos x="377" y="56"/>
                </a:cxn>
                <a:cxn ang="0">
                  <a:pos x="409" y="61"/>
                </a:cxn>
                <a:cxn ang="0">
                  <a:pos x="444" y="56"/>
                </a:cxn>
                <a:cxn ang="0">
                  <a:pos x="478" y="66"/>
                </a:cxn>
                <a:cxn ang="0">
                  <a:pos x="520" y="74"/>
                </a:cxn>
                <a:cxn ang="0">
                  <a:pos x="517" y="96"/>
                </a:cxn>
                <a:cxn ang="0">
                  <a:pos x="493" y="124"/>
                </a:cxn>
                <a:cxn ang="0">
                  <a:pos x="485" y="132"/>
                </a:cxn>
                <a:cxn ang="0">
                  <a:pos x="442" y="144"/>
                </a:cxn>
                <a:cxn ang="0">
                  <a:pos x="433" y="162"/>
                </a:cxn>
                <a:cxn ang="0">
                  <a:pos x="427" y="163"/>
                </a:cxn>
                <a:cxn ang="0">
                  <a:pos x="401" y="186"/>
                </a:cxn>
                <a:cxn ang="0">
                  <a:pos x="385" y="231"/>
                </a:cxn>
                <a:cxn ang="0">
                  <a:pos x="406" y="258"/>
                </a:cxn>
                <a:cxn ang="0">
                  <a:pos x="380" y="280"/>
                </a:cxn>
                <a:cxn ang="0">
                  <a:pos x="368" y="313"/>
                </a:cxn>
                <a:cxn ang="0">
                  <a:pos x="321" y="331"/>
                </a:cxn>
                <a:cxn ang="0">
                  <a:pos x="300" y="352"/>
                </a:cxn>
                <a:cxn ang="0">
                  <a:pos x="280" y="358"/>
                </a:cxn>
                <a:cxn ang="0">
                  <a:pos x="261" y="356"/>
                </a:cxn>
                <a:cxn ang="0">
                  <a:pos x="222" y="353"/>
                </a:cxn>
                <a:cxn ang="0">
                  <a:pos x="175" y="370"/>
                </a:cxn>
                <a:cxn ang="0">
                  <a:pos x="154" y="388"/>
                </a:cxn>
                <a:cxn ang="0">
                  <a:pos x="116" y="353"/>
                </a:cxn>
                <a:cxn ang="0">
                  <a:pos x="84" y="333"/>
                </a:cxn>
                <a:cxn ang="0">
                  <a:pos x="70" y="312"/>
                </a:cxn>
                <a:cxn ang="0">
                  <a:pos x="94" y="277"/>
                </a:cxn>
                <a:cxn ang="0">
                  <a:pos x="91" y="252"/>
                </a:cxn>
                <a:cxn ang="0">
                  <a:pos x="68" y="208"/>
                </a:cxn>
                <a:cxn ang="0">
                  <a:pos x="100" y="192"/>
                </a:cxn>
                <a:cxn ang="0">
                  <a:pos x="102" y="150"/>
                </a:cxn>
                <a:cxn ang="0">
                  <a:pos x="124" y="124"/>
                </a:cxn>
                <a:cxn ang="0">
                  <a:pos x="117" y="93"/>
                </a:cxn>
                <a:cxn ang="0">
                  <a:pos x="61" y="95"/>
                </a:cxn>
                <a:cxn ang="0">
                  <a:pos x="43" y="86"/>
                </a:cxn>
                <a:cxn ang="0">
                  <a:pos x="14" y="85"/>
                </a:cxn>
                <a:cxn ang="0">
                  <a:pos x="22" y="70"/>
                </a:cxn>
                <a:cxn ang="0">
                  <a:pos x="14" y="64"/>
                </a:cxn>
                <a:cxn ang="0">
                  <a:pos x="9" y="50"/>
                </a:cxn>
                <a:cxn ang="0">
                  <a:pos x="0" y="39"/>
                </a:cxn>
                <a:cxn ang="0">
                  <a:pos x="27" y="26"/>
                </a:cxn>
                <a:cxn ang="0">
                  <a:pos x="44" y="16"/>
                </a:cxn>
                <a:cxn ang="0">
                  <a:pos x="62" y="5"/>
                </a:cxn>
                <a:cxn ang="0">
                  <a:pos x="90" y="14"/>
                </a:cxn>
                <a:cxn ang="0">
                  <a:pos x="118" y="11"/>
                </a:cxn>
                <a:cxn ang="0">
                  <a:pos x="148" y="8"/>
                </a:cxn>
                <a:cxn ang="0">
                  <a:pos x="207" y="21"/>
                </a:cxn>
                <a:cxn ang="0">
                  <a:pos x="250" y="21"/>
                </a:cxn>
                <a:cxn ang="0">
                  <a:pos x="282" y="16"/>
                </a:cxn>
                <a:cxn ang="0">
                  <a:pos x="317" y="22"/>
                </a:cxn>
              </a:cxnLst>
              <a:rect l="0" t="0" r="r" b="b"/>
              <a:pathLst>
                <a:path w="522" h="388">
                  <a:moveTo>
                    <a:pt x="322" y="20"/>
                  </a:moveTo>
                  <a:lnTo>
                    <a:pt x="329" y="24"/>
                  </a:lnTo>
                  <a:lnTo>
                    <a:pt x="331" y="26"/>
                  </a:lnTo>
                  <a:lnTo>
                    <a:pt x="337" y="27"/>
                  </a:lnTo>
                  <a:lnTo>
                    <a:pt x="338" y="35"/>
                  </a:lnTo>
                  <a:lnTo>
                    <a:pt x="337" y="43"/>
                  </a:lnTo>
                  <a:lnTo>
                    <a:pt x="350" y="40"/>
                  </a:lnTo>
                  <a:lnTo>
                    <a:pt x="368" y="47"/>
                  </a:lnTo>
                  <a:lnTo>
                    <a:pt x="377" y="56"/>
                  </a:lnTo>
                  <a:lnTo>
                    <a:pt x="386" y="52"/>
                  </a:lnTo>
                  <a:lnTo>
                    <a:pt x="396" y="62"/>
                  </a:lnTo>
                  <a:lnTo>
                    <a:pt x="409" y="61"/>
                  </a:lnTo>
                  <a:lnTo>
                    <a:pt x="415" y="64"/>
                  </a:lnTo>
                  <a:lnTo>
                    <a:pt x="424" y="57"/>
                  </a:lnTo>
                  <a:lnTo>
                    <a:pt x="444" y="56"/>
                  </a:lnTo>
                  <a:lnTo>
                    <a:pt x="453" y="60"/>
                  </a:lnTo>
                  <a:lnTo>
                    <a:pt x="465" y="58"/>
                  </a:lnTo>
                  <a:lnTo>
                    <a:pt x="478" y="66"/>
                  </a:lnTo>
                  <a:lnTo>
                    <a:pt x="500" y="63"/>
                  </a:lnTo>
                  <a:lnTo>
                    <a:pt x="514" y="72"/>
                  </a:lnTo>
                  <a:lnTo>
                    <a:pt x="520" y="74"/>
                  </a:lnTo>
                  <a:lnTo>
                    <a:pt x="522" y="78"/>
                  </a:lnTo>
                  <a:lnTo>
                    <a:pt x="514" y="82"/>
                  </a:lnTo>
                  <a:lnTo>
                    <a:pt x="517" y="96"/>
                  </a:lnTo>
                  <a:lnTo>
                    <a:pt x="516" y="105"/>
                  </a:lnTo>
                  <a:lnTo>
                    <a:pt x="511" y="114"/>
                  </a:lnTo>
                  <a:lnTo>
                    <a:pt x="493" y="124"/>
                  </a:lnTo>
                  <a:lnTo>
                    <a:pt x="493" y="124"/>
                  </a:lnTo>
                  <a:lnTo>
                    <a:pt x="485" y="132"/>
                  </a:lnTo>
                  <a:lnTo>
                    <a:pt x="485" y="132"/>
                  </a:lnTo>
                  <a:lnTo>
                    <a:pt x="471" y="137"/>
                  </a:lnTo>
                  <a:lnTo>
                    <a:pt x="453" y="137"/>
                  </a:lnTo>
                  <a:lnTo>
                    <a:pt x="442" y="144"/>
                  </a:lnTo>
                  <a:lnTo>
                    <a:pt x="431" y="149"/>
                  </a:lnTo>
                  <a:lnTo>
                    <a:pt x="436" y="153"/>
                  </a:lnTo>
                  <a:lnTo>
                    <a:pt x="433" y="162"/>
                  </a:lnTo>
                  <a:lnTo>
                    <a:pt x="427" y="166"/>
                  </a:lnTo>
                  <a:lnTo>
                    <a:pt x="426" y="165"/>
                  </a:lnTo>
                  <a:lnTo>
                    <a:pt x="427" y="163"/>
                  </a:lnTo>
                  <a:lnTo>
                    <a:pt x="423" y="162"/>
                  </a:lnTo>
                  <a:lnTo>
                    <a:pt x="409" y="183"/>
                  </a:lnTo>
                  <a:lnTo>
                    <a:pt x="401" y="186"/>
                  </a:lnTo>
                  <a:lnTo>
                    <a:pt x="383" y="213"/>
                  </a:lnTo>
                  <a:lnTo>
                    <a:pt x="378" y="219"/>
                  </a:lnTo>
                  <a:lnTo>
                    <a:pt x="385" y="231"/>
                  </a:lnTo>
                  <a:lnTo>
                    <a:pt x="388" y="240"/>
                  </a:lnTo>
                  <a:lnTo>
                    <a:pt x="395" y="243"/>
                  </a:lnTo>
                  <a:lnTo>
                    <a:pt x="406" y="258"/>
                  </a:lnTo>
                  <a:lnTo>
                    <a:pt x="396" y="266"/>
                  </a:lnTo>
                  <a:lnTo>
                    <a:pt x="380" y="270"/>
                  </a:lnTo>
                  <a:lnTo>
                    <a:pt x="380" y="280"/>
                  </a:lnTo>
                  <a:lnTo>
                    <a:pt x="366" y="298"/>
                  </a:lnTo>
                  <a:lnTo>
                    <a:pt x="365" y="310"/>
                  </a:lnTo>
                  <a:lnTo>
                    <a:pt x="368" y="313"/>
                  </a:lnTo>
                  <a:lnTo>
                    <a:pt x="365" y="319"/>
                  </a:lnTo>
                  <a:lnTo>
                    <a:pt x="349" y="319"/>
                  </a:lnTo>
                  <a:lnTo>
                    <a:pt x="321" y="331"/>
                  </a:lnTo>
                  <a:lnTo>
                    <a:pt x="321" y="340"/>
                  </a:lnTo>
                  <a:lnTo>
                    <a:pt x="310" y="356"/>
                  </a:lnTo>
                  <a:lnTo>
                    <a:pt x="300" y="352"/>
                  </a:lnTo>
                  <a:lnTo>
                    <a:pt x="292" y="345"/>
                  </a:lnTo>
                  <a:lnTo>
                    <a:pt x="287" y="352"/>
                  </a:lnTo>
                  <a:lnTo>
                    <a:pt x="280" y="358"/>
                  </a:lnTo>
                  <a:lnTo>
                    <a:pt x="273" y="352"/>
                  </a:lnTo>
                  <a:lnTo>
                    <a:pt x="264" y="352"/>
                  </a:lnTo>
                  <a:lnTo>
                    <a:pt x="261" y="356"/>
                  </a:lnTo>
                  <a:lnTo>
                    <a:pt x="249" y="354"/>
                  </a:lnTo>
                  <a:lnTo>
                    <a:pt x="229" y="350"/>
                  </a:lnTo>
                  <a:lnTo>
                    <a:pt x="222" y="353"/>
                  </a:lnTo>
                  <a:lnTo>
                    <a:pt x="206" y="354"/>
                  </a:lnTo>
                  <a:lnTo>
                    <a:pt x="192" y="368"/>
                  </a:lnTo>
                  <a:lnTo>
                    <a:pt x="175" y="370"/>
                  </a:lnTo>
                  <a:lnTo>
                    <a:pt x="168" y="375"/>
                  </a:lnTo>
                  <a:lnTo>
                    <a:pt x="168" y="382"/>
                  </a:lnTo>
                  <a:lnTo>
                    <a:pt x="154" y="388"/>
                  </a:lnTo>
                  <a:lnTo>
                    <a:pt x="140" y="386"/>
                  </a:lnTo>
                  <a:lnTo>
                    <a:pt x="124" y="373"/>
                  </a:lnTo>
                  <a:lnTo>
                    <a:pt x="116" y="353"/>
                  </a:lnTo>
                  <a:lnTo>
                    <a:pt x="117" y="351"/>
                  </a:lnTo>
                  <a:lnTo>
                    <a:pt x="99" y="334"/>
                  </a:lnTo>
                  <a:lnTo>
                    <a:pt x="84" y="333"/>
                  </a:lnTo>
                  <a:lnTo>
                    <a:pt x="77" y="331"/>
                  </a:lnTo>
                  <a:lnTo>
                    <a:pt x="77" y="322"/>
                  </a:lnTo>
                  <a:lnTo>
                    <a:pt x="70" y="312"/>
                  </a:lnTo>
                  <a:lnTo>
                    <a:pt x="80" y="294"/>
                  </a:lnTo>
                  <a:lnTo>
                    <a:pt x="93" y="286"/>
                  </a:lnTo>
                  <a:lnTo>
                    <a:pt x="94" y="277"/>
                  </a:lnTo>
                  <a:lnTo>
                    <a:pt x="83" y="277"/>
                  </a:lnTo>
                  <a:lnTo>
                    <a:pt x="77" y="265"/>
                  </a:lnTo>
                  <a:lnTo>
                    <a:pt x="91" y="252"/>
                  </a:lnTo>
                  <a:lnTo>
                    <a:pt x="90" y="235"/>
                  </a:lnTo>
                  <a:lnTo>
                    <a:pt x="80" y="229"/>
                  </a:lnTo>
                  <a:lnTo>
                    <a:pt x="68" y="208"/>
                  </a:lnTo>
                  <a:lnTo>
                    <a:pt x="79" y="206"/>
                  </a:lnTo>
                  <a:lnTo>
                    <a:pt x="88" y="207"/>
                  </a:lnTo>
                  <a:lnTo>
                    <a:pt x="100" y="192"/>
                  </a:lnTo>
                  <a:lnTo>
                    <a:pt x="91" y="185"/>
                  </a:lnTo>
                  <a:lnTo>
                    <a:pt x="101" y="177"/>
                  </a:lnTo>
                  <a:lnTo>
                    <a:pt x="102" y="150"/>
                  </a:lnTo>
                  <a:lnTo>
                    <a:pt x="101" y="139"/>
                  </a:lnTo>
                  <a:lnTo>
                    <a:pt x="118" y="124"/>
                  </a:lnTo>
                  <a:lnTo>
                    <a:pt x="124" y="124"/>
                  </a:lnTo>
                  <a:lnTo>
                    <a:pt x="128" y="115"/>
                  </a:lnTo>
                  <a:lnTo>
                    <a:pt x="118" y="104"/>
                  </a:lnTo>
                  <a:lnTo>
                    <a:pt x="117" y="93"/>
                  </a:lnTo>
                  <a:lnTo>
                    <a:pt x="95" y="91"/>
                  </a:lnTo>
                  <a:lnTo>
                    <a:pt x="87" y="99"/>
                  </a:lnTo>
                  <a:lnTo>
                    <a:pt x="61" y="95"/>
                  </a:lnTo>
                  <a:lnTo>
                    <a:pt x="45" y="102"/>
                  </a:lnTo>
                  <a:lnTo>
                    <a:pt x="42" y="96"/>
                  </a:lnTo>
                  <a:lnTo>
                    <a:pt x="43" y="86"/>
                  </a:lnTo>
                  <a:lnTo>
                    <a:pt x="36" y="85"/>
                  </a:lnTo>
                  <a:lnTo>
                    <a:pt x="15" y="87"/>
                  </a:lnTo>
                  <a:lnTo>
                    <a:pt x="14" y="85"/>
                  </a:lnTo>
                  <a:lnTo>
                    <a:pt x="25" y="76"/>
                  </a:lnTo>
                  <a:lnTo>
                    <a:pt x="18" y="75"/>
                  </a:lnTo>
                  <a:lnTo>
                    <a:pt x="22" y="70"/>
                  </a:lnTo>
                  <a:lnTo>
                    <a:pt x="19" y="67"/>
                  </a:lnTo>
                  <a:lnTo>
                    <a:pt x="21" y="58"/>
                  </a:lnTo>
                  <a:lnTo>
                    <a:pt x="14" y="64"/>
                  </a:lnTo>
                  <a:lnTo>
                    <a:pt x="10" y="63"/>
                  </a:lnTo>
                  <a:lnTo>
                    <a:pt x="13" y="52"/>
                  </a:lnTo>
                  <a:lnTo>
                    <a:pt x="9" y="50"/>
                  </a:lnTo>
                  <a:lnTo>
                    <a:pt x="9" y="45"/>
                  </a:lnTo>
                  <a:lnTo>
                    <a:pt x="4" y="47"/>
                  </a:lnTo>
                  <a:lnTo>
                    <a:pt x="0" y="39"/>
                  </a:lnTo>
                  <a:lnTo>
                    <a:pt x="4" y="29"/>
                  </a:lnTo>
                  <a:lnTo>
                    <a:pt x="22" y="23"/>
                  </a:lnTo>
                  <a:lnTo>
                    <a:pt x="27" y="26"/>
                  </a:lnTo>
                  <a:lnTo>
                    <a:pt x="42" y="24"/>
                  </a:lnTo>
                  <a:lnTo>
                    <a:pt x="49" y="20"/>
                  </a:lnTo>
                  <a:lnTo>
                    <a:pt x="44" y="16"/>
                  </a:lnTo>
                  <a:lnTo>
                    <a:pt x="43" y="11"/>
                  </a:lnTo>
                  <a:lnTo>
                    <a:pt x="60" y="3"/>
                  </a:lnTo>
                  <a:lnTo>
                    <a:pt x="62" y="5"/>
                  </a:lnTo>
                  <a:lnTo>
                    <a:pt x="68" y="0"/>
                  </a:lnTo>
                  <a:lnTo>
                    <a:pt x="80" y="3"/>
                  </a:lnTo>
                  <a:lnTo>
                    <a:pt x="90" y="14"/>
                  </a:lnTo>
                  <a:lnTo>
                    <a:pt x="99" y="8"/>
                  </a:lnTo>
                  <a:lnTo>
                    <a:pt x="108" y="8"/>
                  </a:lnTo>
                  <a:lnTo>
                    <a:pt x="118" y="11"/>
                  </a:lnTo>
                  <a:lnTo>
                    <a:pt x="130" y="8"/>
                  </a:lnTo>
                  <a:lnTo>
                    <a:pt x="145" y="4"/>
                  </a:lnTo>
                  <a:lnTo>
                    <a:pt x="148" y="8"/>
                  </a:lnTo>
                  <a:lnTo>
                    <a:pt x="160" y="14"/>
                  </a:lnTo>
                  <a:lnTo>
                    <a:pt x="193" y="18"/>
                  </a:lnTo>
                  <a:lnTo>
                    <a:pt x="207" y="21"/>
                  </a:lnTo>
                  <a:lnTo>
                    <a:pt x="230" y="12"/>
                  </a:lnTo>
                  <a:lnTo>
                    <a:pt x="246" y="14"/>
                  </a:lnTo>
                  <a:lnTo>
                    <a:pt x="250" y="21"/>
                  </a:lnTo>
                  <a:lnTo>
                    <a:pt x="265" y="23"/>
                  </a:lnTo>
                  <a:lnTo>
                    <a:pt x="274" y="16"/>
                  </a:lnTo>
                  <a:lnTo>
                    <a:pt x="282" y="16"/>
                  </a:lnTo>
                  <a:lnTo>
                    <a:pt x="307" y="29"/>
                  </a:lnTo>
                  <a:lnTo>
                    <a:pt x="311" y="23"/>
                  </a:lnTo>
                  <a:lnTo>
                    <a:pt x="317" y="22"/>
                  </a:lnTo>
                  <a:lnTo>
                    <a:pt x="322" y="20"/>
                  </a:lnTo>
                  <a:lnTo>
                    <a:pt x="322" y="2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ar-SA" sz="3200"/>
            </a:p>
          </p:txBody>
        </p:sp>
        <p:sp>
          <p:nvSpPr>
            <p:cNvPr id="149" name="Freeform 44">
              <a:extLst>
                <a:ext uri="{FF2B5EF4-FFF2-40B4-BE49-F238E27FC236}">
                  <a16:creationId xmlns:a16="http://schemas.microsoft.com/office/drawing/2014/main" id="{2D9D7271-E69B-2568-D012-33BE2ACD8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644" y="4874815"/>
              <a:ext cx="291595" cy="482019"/>
            </a:xfrm>
            <a:custGeom>
              <a:avLst/>
              <a:gdLst/>
              <a:ahLst/>
              <a:cxnLst>
                <a:cxn ang="0">
                  <a:pos x="93" y="237"/>
                </a:cxn>
                <a:cxn ang="0">
                  <a:pos x="96" y="209"/>
                </a:cxn>
                <a:cxn ang="0">
                  <a:pos x="110" y="192"/>
                </a:cxn>
                <a:cxn ang="0">
                  <a:pos x="93" y="180"/>
                </a:cxn>
                <a:cxn ang="0">
                  <a:pos x="106" y="150"/>
                </a:cxn>
                <a:cxn ang="0">
                  <a:pos x="84" y="123"/>
                </a:cxn>
                <a:cxn ang="0">
                  <a:pos x="104" y="122"/>
                </a:cxn>
                <a:cxn ang="0">
                  <a:pos x="107" y="100"/>
                </a:cxn>
                <a:cxn ang="0">
                  <a:pos x="118" y="65"/>
                </a:cxn>
                <a:cxn ang="0">
                  <a:pos x="134" y="39"/>
                </a:cxn>
                <a:cxn ang="0">
                  <a:pos x="144" y="30"/>
                </a:cxn>
                <a:cxn ang="0">
                  <a:pos x="133" y="8"/>
                </a:cxn>
                <a:cxn ang="0">
                  <a:pos x="103" y="14"/>
                </a:cxn>
                <a:cxn ang="0">
                  <a:pos x="61" y="17"/>
                </a:cxn>
                <a:cxn ang="0">
                  <a:pos x="59" y="1"/>
                </a:cxn>
                <a:cxn ang="0">
                  <a:pos x="31" y="2"/>
                </a:cxn>
                <a:cxn ang="0">
                  <a:pos x="38" y="25"/>
                </a:cxn>
                <a:cxn ang="0">
                  <a:pos x="37" y="56"/>
                </a:cxn>
                <a:cxn ang="0">
                  <a:pos x="41" y="74"/>
                </a:cxn>
                <a:cxn ang="0">
                  <a:pos x="30" y="91"/>
                </a:cxn>
                <a:cxn ang="0">
                  <a:pos x="19" y="117"/>
                </a:cxn>
                <a:cxn ang="0">
                  <a:pos x="7" y="141"/>
                </a:cxn>
                <a:cxn ang="0">
                  <a:pos x="1" y="172"/>
                </a:cxn>
                <a:cxn ang="0">
                  <a:pos x="14" y="166"/>
                </a:cxn>
                <a:cxn ang="0">
                  <a:pos x="23" y="166"/>
                </a:cxn>
                <a:cxn ang="0">
                  <a:pos x="12" y="175"/>
                </a:cxn>
                <a:cxn ang="0">
                  <a:pos x="16" y="188"/>
                </a:cxn>
                <a:cxn ang="0">
                  <a:pos x="34" y="182"/>
                </a:cxn>
                <a:cxn ang="0">
                  <a:pos x="32" y="199"/>
                </a:cxn>
                <a:cxn ang="0">
                  <a:pos x="28" y="231"/>
                </a:cxn>
                <a:cxn ang="0">
                  <a:pos x="20" y="251"/>
                </a:cxn>
                <a:cxn ang="0">
                  <a:pos x="37" y="245"/>
                </a:cxn>
                <a:cxn ang="0">
                  <a:pos x="65" y="257"/>
                </a:cxn>
                <a:cxn ang="0">
                  <a:pos x="90" y="250"/>
                </a:cxn>
                <a:cxn ang="0">
                  <a:pos x="93" y="246"/>
                </a:cxn>
              </a:cxnLst>
              <a:rect l="0" t="0" r="r" b="b"/>
              <a:pathLst>
                <a:path w="144" h="257">
                  <a:moveTo>
                    <a:pt x="93" y="246"/>
                  </a:moveTo>
                  <a:lnTo>
                    <a:pt x="93" y="237"/>
                  </a:lnTo>
                  <a:lnTo>
                    <a:pt x="86" y="227"/>
                  </a:lnTo>
                  <a:lnTo>
                    <a:pt x="96" y="209"/>
                  </a:lnTo>
                  <a:lnTo>
                    <a:pt x="109" y="201"/>
                  </a:lnTo>
                  <a:lnTo>
                    <a:pt x="110" y="192"/>
                  </a:lnTo>
                  <a:lnTo>
                    <a:pt x="99" y="192"/>
                  </a:lnTo>
                  <a:lnTo>
                    <a:pt x="93" y="180"/>
                  </a:lnTo>
                  <a:lnTo>
                    <a:pt x="107" y="167"/>
                  </a:lnTo>
                  <a:lnTo>
                    <a:pt x="106" y="150"/>
                  </a:lnTo>
                  <a:lnTo>
                    <a:pt x="96" y="144"/>
                  </a:lnTo>
                  <a:lnTo>
                    <a:pt x="84" y="123"/>
                  </a:lnTo>
                  <a:lnTo>
                    <a:pt x="95" y="121"/>
                  </a:lnTo>
                  <a:lnTo>
                    <a:pt x="104" y="122"/>
                  </a:lnTo>
                  <a:lnTo>
                    <a:pt x="116" y="107"/>
                  </a:lnTo>
                  <a:lnTo>
                    <a:pt x="107" y="100"/>
                  </a:lnTo>
                  <a:lnTo>
                    <a:pt x="117" y="92"/>
                  </a:lnTo>
                  <a:lnTo>
                    <a:pt x="118" y="65"/>
                  </a:lnTo>
                  <a:lnTo>
                    <a:pt x="117" y="54"/>
                  </a:lnTo>
                  <a:lnTo>
                    <a:pt x="134" y="39"/>
                  </a:lnTo>
                  <a:lnTo>
                    <a:pt x="140" y="39"/>
                  </a:lnTo>
                  <a:lnTo>
                    <a:pt x="144" y="30"/>
                  </a:lnTo>
                  <a:lnTo>
                    <a:pt x="134" y="19"/>
                  </a:lnTo>
                  <a:lnTo>
                    <a:pt x="133" y="8"/>
                  </a:lnTo>
                  <a:lnTo>
                    <a:pt x="111" y="6"/>
                  </a:lnTo>
                  <a:lnTo>
                    <a:pt x="103" y="14"/>
                  </a:lnTo>
                  <a:lnTo>
                    <a:pt x="77" y="10"/>
                  </a:lnTo>
                  <a:lnTo>
                    <a:pt x="61" y="17"/>
                  </a:lnTo>
                  <a:lnTo>
                    <a:pt x="58" y="11"/>
                  </a:lnTo>
                  <a:lnTo>
                    <a:pt x="59" y="1"/>
                  </a:lnTo>
                  <a:lnTo>
                    <a:pt x="52" y="0"/>
                  </a:lnTo>
                  <a:lnTo>
                    <a:pt x="31" y="2"/>
                  </a:lnTo>
                  <a:lnTo>
                    <a:pt x="31" y="11"/>
                  </a:lnTo>
                  <a:lnTo>
                    <a:pt x="38" y="25"/>
                  </a:lnTo>
                  <a:lnTo>
                    <a:pt x="35" y="51"/>
                  </a:lnTo>
                  <a:lnTo>
                    <a:pt x="37" y="56"/>
                  </a:lnTo>
                  <a:lnTo>
                    <a:pt x="34" y="66"/>
                  </a:lnTo>
                  <a:lnTo>
                    <a:pt x="41" y="74"/>
                  </a:lnTo>
                  <a:lnTo>
                    <a:pt x="35" y="80"/>
                  </a:lnTo>
                  <a:lnTo>
                    <a:pt x="30" y="91"/>
                  </a:lnTo>
                  <a:lnTo>
                    <a:pt x="29" y="104"/>
                  </a:lnTo>
                  <a:lnTo>
                    <a:pt x="19" y="117"/>
                  </a:lnTo>
                  <a:lnTo>
                    <a:pt x="19" y="126"/>
                  </a:lnTo>
                  <a:lnTo>
                    <a:pt x="7" y="141"/>
                  </a:lnTo>
                  <a:lnTo>
                    <a:pt x="0" y="166"/>
                  </a:lnTo>
                  <a:lnTo>
                    <a:pt x="1" y="172"/>
                  </a:lnTo>
                  <a:lnTo>
                    <a:pt x="11" y="172"/>
                  </a:lnTo>
                  <a:lnTo>
                    <a:pt x="14" y="166"/>
                  </a:lnTo>
                  <a:lnTo>
                    <a:pt x="24" y="159"/>
                  </a:lnTo>
                  <a:lnTo>
                    <a:pt x="23" y="166"/>
                  </a:lnTo>
                  <a:lnTo>
                    <a:pt x="25" y="169"/>
                  </a:lnTo>
                  <a:lnTo>
                    <a:pt x="12" y="175"/>
                  </a:lnTo>
                  <a:lnTo>
                    <a:pt x="11" y="185"/>
                  </a:lnTo>
                  <a:lnTo>
                    <a:pt x="16" y="188"/>
                  </a:lnTo>
                  <a:lnTo>
                    <a:pt x="22" y="182"/>
                  </a:lnTo>
                  <a:lnTo>
                    <a:pt x="34" y="182"/>
                  </a:lnTo>
                  <a:lnTo>
                    <a:pt x="29" y="188"/>
                  </a:lnTo>
                  <a:lnTo>
                    <a:pt x="32" y="199"/>
                  </a:lnTo>
                  <a:lnTo>
                    <a:pt x="28" y="209"/>
                  </a:lnTo>
                  <a:lnTo>
                    <a:pt x="28" y="231"/>
                  </a:lnTo>
                  <a:lnTo>
                    <a:pt x="24" y="246"/>
                  </a:lnTo>
                  <a:lnTo>
                    <a:pt x="20" y="251"/>
                  </a:lnTo>
                  <a:lnTo>
                    <a:pt x="24" y="254"/>
                  </a:lnTo>
                  <a:lnTo>
                    <a:pt x="37" y="245"/>
                  </a:lnTo>
                  <a:lnTo>
                    <a:pt x="57" y="253"/>
                  </a:lnTo>
                  <a:lnTo>
                    <a:pt x="65" y="257"/>
                  </a:lnTo>
                  <a:lnTo>
                    <a:pt x="78" y="250"/>
                  </a:lnTo>
                  <a:lnTo>
                    <a:pt x="90" y="250"/>
                  </a:lnTo>
                  <a:lnTo>
                    <a:pt x="93" y="246"/>
                  </a:lnTo>
                  <a:lnTo>
                    <a:pt x="93" y="246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ar-SA" sz="32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584ED6-AE9D-F5F7-675A-0E93FA79832A}"/>
              </a:ext>
            </a:extLst>
          </p:cNvPr>
          <p:cNvGrpSpPr/>
          <p:nvPr/>
        </p:nvGrpSpPr>
        <p:grpSpPr>
          <a:xfrm>
            <a:off x="2182116" y="4503373"/>
            <a:ext cx="377843" cy="454696"/>
            <a:chOff x="6594439" y="4300081"/>
            <a:chExt cx="377843" cy="45469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654FF9-55DD-976B-18AE-DFD5E03990F5}"/>
                </a:ext>
              </a:extLst>
            </p:cNvPr>
            <p:cNvSpPr/>
            <p:nvPr/>
          </p:nvSpPr>
          <p:spPr>
            <a:xfrm>
              <a:off x="6594439" y="4300081"/>
              <a:ext cx="377843" cy="1136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12.93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420372-B675-5D40-0367-2CF02F4BD249}"/>
                </a:ext>
              </a:extLst>
            </p:cNvPr>
            <p:cNvSpPr/>
            <p:nvPr/>
          </p:nvSpPr>
          <p:spPr>
            <a:xfrm>
              <a:off x="6594439" y="4527429"/>
              <a:ext cx="377843" cy="11367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8686D2-0B21-EA8D-1B42-7B67F70F3ADD}"/>
                </a:ext>
              </a:extLst>
            </p:cNvPr>
            <p:cNvSpPr/>
            <p:nvPr/>
          </p:nvSpPr>
          <p:spPr>
            <a:xfrm>
              <a:off x="6594439" y="4413755"/>
              <a:ext cx="377843" cy="113674"/>
            </a:xfrm>
            <a:prstGeom prst="rect">
              <a:avLst/>
            </a:prstGeom>
            <a:solidFill>
              <a:schemeClr val="accent6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EF4B5FC-8321-E24B-BDA6-D01267A68723}"/>
                </a:ext>
              </a:extLst>
            </p:cNvPr>
            <p:cNvSpPr/>
            <p:nvPr/>
          </p:nvSpPr>
          <p:spPr>
            <a:xfrm>
              <a:off x="6594439" y="4641103"/>
              <a:ext cx="377843" cy="113674"/>
            </a:xfrm>
            <a:prstGeom prst="rect">
              <a:avLst/>
            </a:prstGeom>
            <a:solidFill>
              <a:srgbClr val="7030A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45D572-E926-8060-8742-AA266B08F829}"/>
              </a:ext>
            </a:extLst>
          </p:cNvPr>
          <p:cNvGrpSpPr/>
          <p:nvPr/>
        </p:nvGrpSpPr>
        <p:grpSpPr>
          <a:xfrm>
            <a:off x="1918908" y="3722898"/>
            <a:ext cx="377843" cy="454696"/>
            <a:chOff x="6594439" y="4300081"/>
            <a:chExt cx="377843" cy="45469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E72684-2E66-E92A-5651-1EA01C8AC2D4}"/>
                </a:ext>
              </a:extLst>
            </p:cNvPr>
            <p:cNvSpPr/>
            <p:nvPr/>
          </p:nvSpPr>
          <p:spPr>
            <a:xfrm>
              <a:off x="6594439" y="4300081"/>
              <a:ext cx="377843" cy="1136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12.93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7D9A6A4-D426-9516-BCC7-84482A0D4B94}"/>
                </a:ext>
              </a:extLst>
            </p:cNvPr>
            <p:cNvSpPr/>
            <p:nvPr/>
          </p:nvSpPr>
          <p:spPr>
            <a:xfrm>
              <a:off x="6594439" y="4527429"/>
              <a:ext cx="377843" cy="11367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BB9DBB9-E32E-341F-75C3-7E3EF7622011}"/>
                </a:ext>
              </a:extLst>
            </p:cNvPr>
            <p:cNvSpPr/>
            <p:nvPr/>
          </p:nvSpPr>
          <p:spPr>
            <a:xfrm>
              <a:off x="6594439" y="4413755"/>
              <a:ext cx="377843" cy="113674"/>
            </a:xfrm>
            <a:prstGeom prst="rect">
              <a:avLst/>
            </a:prstGeom>
            <a:solidFill>
              <a:schemeClr val="accent6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56BB480-B399-17B2-3E59-1BA46D16B511}"/>
                </a:ext>
              </a:extLst>
            </p:cNvPr>
            <p:cNvSpPr/>
            <p:nvPr/>
          </p:nvSpPr>
          <p:spPr>
            <a:xfrm>
              <a:off x="6594439" y="4641103"/>
              <a:ext cx="377843" cy="113674"/>
            </a:xfrm>
            <a:prstGeom prst="rect">
              <a:avLst/>
            </a:prstGeom>
            <a:solidFill>
              <a:srgbClr val="7030A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BAB540-1CD9-EFD2-CC29-0DACC30E523E}"/>
              </a:ext>
            </a:extLst>
          </p:cNvPr>
          <p:cNvGrpSpPr/>
          <p:nvPr/>
        </p:nvGrpSpPr>
        <p:grpSpPr>
          <a:xfrm>
            <a:off x="2758583" y="4163711"/>
            <a:ext cx="377843" cy="454696"/>
            <a:chOff x="6594439" y="4300081"/>
            <a:chExt cx="377843" cy="45469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0C76F08-B813-4221-16A1-8E4268C2265F}"/>
                </a:ext>
              </a:extLst>
            </p:cNvPr>
            <p:cNvSpPr/>
            <p:nvPr/>
          </p:nvSpPr>
          <p:spPr>
            <a:xfrm>
              <a:off x="6594439" y="4300081"/>
              <a:ext cx="377843" cy="1136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12.93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593E79-EDFC-0231-3F64-208968D02F9F}"/>
                </a:ext>
              </a:extLst>
            </p:cNvPr>
            <p:cNvSpPr/>
            <p:nvPr/>
          </p:nvSpPr>
          <p:spPr>
            <a:xfrm>
              <a:off x="6594439" y="4527429"/>
              <a:ext cx="377843" cy="11367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99EB0AC-7E5A-D5A4-F0B8-5F3177DFD31A}"/>
                </a:ext>
              </a:extLst>
            </p:cNvPr>
            <p:cNvSpPr/>
            <p:nvPr/>
          </p:nvSpPr>
          <p:spPr>
            <a:xfrm>
              <a:off x="6594439" y="4413755"/>
              <a:ext cx="377843" cy="113674"/>
            </a:xfrm>
            <a:prstGeom prst="rect">
              <a:avLst/>
            </a:prstGeom>
            <a:solidFill>
              <a:schemeClr val="accent6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D28B106-0D43-D692-3EAF-35B4DFB2665A}"/>
                </a:ext>
              </a:extLst>
            </p:cNvPr>
            <p:cNvSpPr/>
            <p:nvPr/>
          </p:nvSpPr>
          <p:spPr>
            <a:xfrm>
              <a:off x="6594439" y="4641103"/>
              <a:ext cx="377843" cy="113674"/>
            </a:xfrm>
            <a:prstGeom prst="rect">
              <a:avLst/>
            </a:prstGeom>
            <a:solidFill>
              <a:srgbClr val="7030A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E3FBCB8-2C48-132B-9CAE-85A079EF03DC}"/>
              </a:ext>
            </a:extLst>
          </p:cNvPr>
          <p:cNvGrpSpPr/>
          <p:nvPr/>
        </p:nvGrpSpPr>
        <p:grpSpPr>
          <a:xfrm>
            <a:off x="1673025" y="4952574"/>
            <a:ext cx="377843" cy="454696"/>
            <a:chOff x="6594439" y="4300081"/>
            <a:chExt cx="377843" cy="45469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D7FCCE2-FDC4-DBE0-EE04-88F80D6A814C}"/>
                </a:ext>
              </a:extLst>
            </p:cNvPr>
            <p:cNvSpPr/>
            <p:nvPr/>
          </p:nvSpPr>
          <p:spPr>
            <a:xfrm>
              <a:off x="6594439" y="4300081"/>
              <a:ext cx="377843" cy="1136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12.93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9FD4CB-B4A5-3041-8570-F73CD408A5FE}"/>
                </a:ext>
              </a:extLst>
            </p:cNvPr>
            <p:cNvSpPr/>
            <p:nvPr/>
          </p:nvSpPr>
          <p:spPr>
            <a:xfrm>
              <a:off x="6594439" y="4527429"/>
              <a:ext cx="377843" cy="11367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2CC31FA-7F06-86FD-7D95-2A61A003FE9A}"/>
                </a:ext>
              </a:extLst>
            </p:cNvPr>
            <p:cNvSpPr/>
            <p:nvPr/>
          </p:nvSpPr>
          <p:spPr>
            <a:xfrm>
              <a:off x="6594439" y="4413755"/>
              <a:ext cx="377843" cy="113674"/>
            </a:xfrm>
            <a:prstGeom prst="rect">
              <a:avLst/>
            </a:prstGeom>
            <a:solidFill>
              <a:schemeClr val="accent6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EC2FBC3-6DE9-D735-3E9E-D5B4A9C6AFAA}"/>
                </a:ext>
              </a:extLst>
            </p:cNvPr>
            <p:cNvSpPr/>
            <p:nvPr/>
          </p:nvSpPr>
          <p:spPr>
            <a:xfrm>
              <a:off x="6594439" y="4641103"/>
              <a:ext cx="377843" cy="113674"/>
            </a:xfrm>
            <a:prstGeom prst="rect">
              <a:avLst/>
            </a:prstGeom>
            <a:solidFill>
              <a:srgbClr val="7030A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BFE7C98-6873-3B43-400D-5513C252165E}"/>
              </a:ext>
            </a:extLst>
          </p:cNvPr>
          <p:cNvGrpSpPr/>
          <p:nvPr/>
        </p:nvGrpSpPr>
        <p:grpSpPr>
          <a:xfrm>
            <a:off x="855710" y="6011169"/>
            <a:ext cx="377843" cy="454696"/>
            <a:chOff x="6594439" y="4300081"/>
            <a:chExt cx="377843" cy="45469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47A2D3C-2407-3FBD-8598-14F3632C5100}"/>
                </a:ext>
              </a:extLst>
            </p:cNvPr>
            <p:cNvSpPr/>
            <p:nvPr/>
          </p:nvSpPr>
          <p:spPr>
            <a:xfrm>
              <a:off x="6594439" y="4300081"/>
              <a:ext cx="377843" cy="1136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12.93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246C039-CD9F-CBE0-1FD2-D4104F66F0F2}"/>
                </a:ext>
              </a:extLst>
            </p:cNvPr>
            <p:cNvSpPr/>
            <p:nvPr/>
          </p:nvSpPr>
          <p:spPr>
            <a:xfrm>
              <a:off x="6594439" y="4527429"/>
              <a:ext cx="377843" cy="11367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C9F3089-AA75-8A4D-4105-2827051AE1D1}"/>
                </a:ext>
              </a:extLst>
            </p:cNvPr>
            <p:cNvSpPr/>
            <p:nvPr/>
          </p:nvSpPr>
          <p:spPr>
            <a:xfrm>
              <a:off x="6594439" y="4413755"/>
              <a:ext cx="377843" cy="113674"/>
            </a:xfrm>
            <a:prstGeom prst="rect">
              <a:avLst/>
            </a:prstGeom>
            <a:solidFill>
              <a:schemeClr val="accent6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B5666F9-C3F0-3ACF-637D-CECA16ABE669}"/>
                </a:ext>
              </a:extLst>
            </p:cNvPr>
            <p:cNvSpPr/>
            <p:nvPr/>
          </p:nvSpPr>
          <p:spPr>
            <a:xfrm>
              <a:off x="6594439" y="4641103"/>
              <a:ext cx="377843" cy="113674"/>
            </a:xfrm>
            <a:prstGeom prst="rect">
              <a:avLst/>
            </a:prstGeom>
            <a:solidFill>
              <a:srgbClr val="7030A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66B88B2-F615-4F73-C41E-7214F1D6C709}"/>
              </a:ext>
            </a:extLst>
          </p:cNvPr>
          <p:cNvGrpSpPr/>
          <p:nvPr/>
        </p:nvGrpSpPr>
        <p:grpSpPr>
          <a:xfrm>
            <a:off x="0" y="6070915"/>
            <a:ext cx="377843" cy="454696"/>
            <a:chOff x="6594439" y="4300081"/>
            <a:chExt cx="377843" cy="454696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A0AFE64-5C7E-1DCE-51AA-35F96E6BA0DA}"/>
                </a:ext>
              </a:extLst>
            </p:cNvPr>
            <p:cNvSpPr/>
            <p:nvPr/>
          </p:nvSpPr>
          <p:spPr>
            <a:xfrm>
              <a:off x="6594439" y="4300081"/>
              <a:ext cx="377843" cy="1136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12.93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B71549A-1982-B4EE-9954-24445E31FC9D}"/>
                </a:ext>
              </a:extLst>
            </p:cNvPr>
            <p:cNvSpPr/>
            <p:nvPr/>
          </p:nvSpPr>
          <p:spPr>
            <a:xfrm>
              <a:off x="6594439" y="4527429"/>
              <a:ext cx="377843" cy="11367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7B627A6-A52E-1BB1-CB9A-1C8E199283DE}"/>
                </a:ext>
              </a:extLst>
            </p:cNvPr>
            <p:cNvSpPr/>
            <p:nvPr/>
          </p:nvSpPr>
          <p:spPr>
            <a:xfrm>
              <a:off x="6594439" y="4413755"/>
              <a:ext cx="377843" cy="113674"/>
            </a:xfrm>
            <a:prstGeom prst="rect">
              <a:avLst/>
            </a:prstGeom>
            <a:solidFill>
              <a:schemeClr val="accent6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76C6B4F-EC18-CACD-8655-1F57B577907A}"/>
                </a:ext>
              </a:extLst>
            </p:cNvPr>
            <p:cNvSpPr/>
            <p:nvPr/>
          </p:nvSpPr>
          <p:spPr>
            <a:xfrm>
              <a:off x="6594439" y="4641103"/>
              <a:ext cx="377843" cy="113674"/>
            </a:xfrm>
            <a:prstGeom prst="rect">
              <a:avLst/>
            </a:prstGeom>
            <a:solidFill>
              <a:srgbClr val="7030A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8E54878-28F8-A0E5-3BF8-F9E333D4A499}"/>
              </a:ext>
            </a:extLst>
          </p:cNvPr>
          <p:cNvGrpSpPr/>
          <p:nvPr/>
        </p:nvGrpSpPr>
        <p:grpSpPr>
          <a:xfrm>
            <a:off x="268519" y="3950246"/>
            <a:ext cx="377843" cy="454696"/>
            <a:chOff x="6594439" y="4300081"/>
            <a:chExt cx="377843" cy="454696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8FEDF79-D191-A8FF-420A-9F1787E7AB4A}"/>
                </a:ext>
              </a:extLst>
            </p:cNvPr>
            <p:cNvSpPr/>
            <p:nvPr/>
          </p:nvSpPr>
          <p:spPr>
            <a:xfrm>
              <a:off x="6594439" y="4300081"/>
              <a:ext cx="377843" cy="1136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12.93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2562167-1D92-D60A-443E-51A7C322032A}"/>
                </a:ext>
              </a:extLst>
            </p:cNvPr>
            <p:cNvSpPr/>
            <p:nvPr/>
          </p:nvSpPr>
          <p:spPr>
            <a:xfrm>
              <a:off x="6594439" y="4527429"/>
              <a:ext cx="377843" cy="11367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2A9A4DE-8D30-EE54-3629-B3EA71A2B050}"/>
                </a:ext>
              </a:extLst>
            </p:cNvPr>
            <p:cNvSpPr/>
            <p:nvPr/>
          </p:nvSpPr>
          <p:spPr>
            <a:xfrm>
              <a:off x="6594439" y="4413755"/>
              <a:ext cx="377843" cy="113674"/>
            </a:xfrm>
            <a:prstGeom prst="rect">
              <a:avLst/>
            </a:prstGeom>
            <a:solidFill>
              <a:schemeClr val="accent6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B914AF6-8732-FB42-15A2-4862EB50EAD9}"/>
                </a:ext>
              </a:extLst>
            </p:cNvPr>
            <p:cNvSpPr/>
            <p:nvPr/>
          </p:nvSpPr>
          <p:spPr>
            <a:xfrm>
              <a:off x="6594439" y="4641103"/>
              <a:ext cx="377843" cy="113674"/>
            </a:xfrm>
            <a:prstGeom prst="rect">
              <a:avLst/>
            </a:prstGeom>
            <a:solidFill>
              <a:srgbClr val="7030A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BBA88C3-6F54-BA86-C477-CE1D7A68B8E7}"/>
              </a:ext>
            </a:extLst>
          </p:cNvPr>
          <p:cNvGrpSpPr/>
          <p:nvPr/>
        </p:nvGrpSpPr>
        <p:grpSpPr>
          <a:xfrm>
            <a:off x="2479952" y="2303263"/>
            <a:ext cx="377843" cy="454696"/>
            <a:chOff x="6594439" y="4300081"/>
            <a:chExt cx="377843" cy="454696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D02A82F-6C6B-E7C6-75EE-488C78D57D72}"/>
                </a:ext>
              </a:extLst>
            </p:cNvPr>
            <p:cNvSpPr/>
            <p:nvPr/>
          </p:nvSpPr>
          <p:spPr>
            <a:xfrm>
              <a:off x="6594439" y="4300081"/>
              <a:ext cx="377843" cy="1136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12.93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E384931-C5A7-E956-064A-CB5A020ABABA}"/>
                </a:ext>
              </a:extLst>
            </p:cNvPr>
            <p:cNvSpPr/>
            <p:nvPr/>
          </p:nvSpPr>
          <p:spPr>
            <a:xfrm>
              <a:off x="6594439" y="4527429"/>
              <a:ext cx="377843" cy="11367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1D53B57-F569-8C04-CCCF-512D804A57C2}"/>
                </a:ext>
              </a:extLst>
            </p:cNvPr>
            <p:cNvSpPr/>
            <p:nvPr/>
          </p:nvSpPr>
          <p:spPr>
            <a:xfrm>
              <a:off x="6594439" y="4413755"/>
              <a:ext cx="377843" cy="113674"/>
            </a:xfrm>
            <a:prstGeom prst="rect">
              <a:avLst/>
            </a:prstGeom>
            <a:solidFill>
              <a:schemeClr val="accent6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D2334CF-0CEB-1D47-96C2-CF4A5CA23A3B}"/>
                </a:ext>
              </a:extLst>
            </p:cNvPr>
            <p:cNvSpPr/>
            <p:nvPr/>
          </p:nvSpPr>
          <p:spPr>
            <a:xfrm>
              <a:off x="6594439" y="4641103"/>
              <a:ext cx="377843" cy="113674"/>
            </a:xfrm>
            <a:prstGeom prst="rect">
              <a:avLst/>
            </a:prstGeom>
            <a:solidFill>
              <a:srgbClr val="7030A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C0937DB-F928-F966-7160-27755474A674}"/>
              </a:ext>
            </a:extLst>
          </p:cNvPr>
          <p:cNvGrpSpPr/>
          <p:nvPr/>
        </p:nvGrpSpPr>
        <p:grpSpPr>
          <a:xfrm>
            <a:off x="3243205" y="2495550"/>
            <a:ext cx="377843" cy="454696"/>
            <a:chOff x="6594439" y="4300081"/>
            <a:chExt cx="377843" cy="4546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F2C0116-1CF0-777A-D8BF-9F6D8C5F2D03}"/>
                </a:ext>
              </a:extLst>
            </p:cNvPr>
            <p:cNvSpPr/>
            <p:nvPr/>
          </p:nvSpPr>
          <p:spPr>
            <a:xfrm>
              <a:off x="6594439" y="4300081"/>
              <a:ext cx="377843" cy="1136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12.93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ABD6653-FD92-6C15-C846-9351B90EBBBD}"/>
                </a:ext>
              </a:extLst>
            </p:cNvPr>
            <p:cNvSpPr/>
            <p:nvPr/>
          </p:nvSpPr>
          <p:spPr>
            <a:xfrm>
              <a:off x="6594439" y="4527429"/>
              <a:ext cx="377843" cy="11367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D57DDE0-E015-1C77-E747-D274A2941CF5}"/>
                </a:ext>
              </a:extLst>
            </p:cNvPr>
            <p:cNvSpPr/>
            <p:nvPr/>
          </p:nvSpPr>
          <p:spPr>
            <a:xfrm>
              <a:off x="6594439" y="4413755"/>
              <a:ext cx="377843" cy="113674"/>
            </a:xfrm>
            <a:prstGeom prst="rect">
              <a:avLst/>
            </a:prstGeom>
            <a:solidFill>
              <a:schemeClr val="accent6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B9D3CCB-AD05-D472-189E-379C7BC6AE20}"/>
                </a:ext>
              </a:extLst>
            </p:cNvPr>
            <p:cNvSpPr/>
            <p:nvPr/>
          </p:nvSpPr>
          <p:spPr>
            <a:xfrm>
              <a:off x="6594439" y="4641103"/>
              <a:ext cx="377843" cy="113674"/>
            </a:xfrm>
            <a:prstGeom prst="rect">
              <a:avLst/>
            </a:prstGeom>
            <a:solidFill>
              <a:srgbClr val="7030A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E03AA38-3066-98B6-8061-8EE304CA76B8}"/>
              </a:ext>
            </a:extLst>
          </p:cNvPr>
          <p:cNvGrpSpPr/>
          <p:nvPr/>
        </p:nvGrpSpPr>
        <p:grpSpPr>
          <a:xfrm>
            <a:off x="2420062" y="3182899"/>
            <a:ext cx="377843" cy="454696"/>
            <a:chOff x="6594439" y="4300081"/>
            <a:chExt cx="377843" cy="454696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DF9DF3E-2553-2920-D7B8-EC01087429D7}"/>
                </a:ext>
              </a:extLst>
            </p:cNvPr>
            <p:cNvSpPr/>
            <p:nvPr/>
          </p:nvSpPr>
          <p:spPr>
            <a:xfrm>
              <a:off x="6594439" y="4300081"/>
              <a:ext cx="377843" cy="1136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12.93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214CA8C-9811-3EE8-D547-D4357170B54E}"/>
                </a:ext>
              </a:extLst>
            </p:cNvPr>
            <p:cNvSpPr/>
            <p:nvPr/>
          </p:nvSpPr>
          <p:spPr>
            <a:xfrm>
              <a:off x="6594439" y="4527429"/>
              <a:ext cx="377843" cy="11367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DBB9FF0-E204-3ACC-46BE-0146AA2774D4}"/>
                </a:ext>
              </a:extLst>
            </p:cNvPr>
            <p:cNvSpPr/>
            <p:nvPr/>
          </p:nvSpPr>
          <p:spPr>
            <a:xfrm>
              <a:off x="6594439" y="4413755"/>
              <a:ext cx="377843" cy="113674"/>
            </a:xfrm>
            <a:prstGeom prst="rect">
              <a:avLst/>
            </a:prstGeom>
            <a:solidFill>
              <a:schemeClr val="accent6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C97B985-1720-6EBD-D99D-8F747D1899F8}"/>
                </a:ext>
              </a:extLst>
            </p:cNvPr>
            <p:cNvSpPr/>
            <p:nvPr/>
          </p:nvSpPr>
          <p:spPr>
            <a:xfrm>
              <a:off x="6594439" y="4641103"/>
              <a:ext cx="377843" cy="113674"/>
            </a:xfrm>
            <a:prstGeom prst="rect">
              <a:avLst/>
            </a:prstGeom>
            <a:solidFill>
              <a:srgbClr val="7030A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1" name="Arrow: Right 100">
            <a:extLst>
              <a:ext uri="{FF2B5EF4-FFF2-40B4-BE49-F238E27FC236}">
                <a16:creationId xmlns:a16="http://schemas.microsoft.com/office/drawing/2014/main" id="{B18A8023-E91B-352D-EEB1-02273B755748}"/>
              </a:ext>
            </a:extLst>
          </p:cNvPr>
          <p:cNvSpPr/>
          <p:nvPr/>
        </p:nvSpPr>
        <p:spPr>
          <a:xfrm rot="20512645">
            <a:off x="644805" y="4017588"/>
            <a:ext cx="450456" cy="7656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170F34F-CC45-7D6F-6B5D-E0CF494FC998}"/>
              </a:ext>
            </a:extLst>
          </p:cNvPr>
          <p:cNvSpPr txBox="1"/>
          <p:nvPr/>
        </p:nvSpPr>
        <p:spPr>
          <a:xfrm>
            <a:off x="649528" y="3893409"/>
            <a:ext cx="3786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12.11</a:t>
            </a:r>
          </a:p>
        </p:txBody>
      </p:sp>
      <p:sp>
        <p:nvSpPr>
          <p:cNvPr id="103" name="Arrow: Right 102">
            <a:extLst>
              <a:ext uri="{FF2B5EF4-FFF2-40B4-BE49-F238E27FC236}">
                <a16:creationId xmlns:a16="http://schemas.microsoft.com/office/drawing/2014/main" id="{B21E737A-ABDB-D40F-2DA7-C5E16D43572D}"/>
              </a:ext>
            </a:extLst>
          </p:cNvPr>
          <p:cNvSpPr/>
          <p:nvPr/>
        </p:nvSpPr>
        <p:spPr>
          <a:xfrm rot="20716575">
            <a:off x="631581" y="4025342"/>
            <a:ext cx="1444292" cy="15806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38F3D52-F587-AE41-A775-3DBC2CE32FF0}"/>
              </a:ext>
            </a:extLst>
          </p:cNvPr>
          <p:cNvGrpSpPr/>
          <p:nvPr/>
        </p:nvGrpSpPr>
        <p:grpSpPr>
          <a:xfrm>
            <a:off x="1083747" y="3807504"/>
            <a:ext cx="377843" cy="454696"/>
            <a:chOff x="6594439" y="4300081"/>
            <a:chExt cx="377843" cy="454696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4CA2FD7-03C4-6B44-579E-1FA254E5A219}"/>
                </a:ext>
              </a:extLst>
            </p:cNvPr>
            <p:cNvSpPr/>
            <p:nvPr/>
          </p:nvSpPr>
          <p:spPr>
            <a:xfrm>
              <a:off x="6594439" y="4300081"/>
              <a:ext cx="377843" cy="1136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12.93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82B0A7E-08CC-6C3D-BD46-3B10451EB4FE}"/>
                </a:ext>
              </a:extLst>
            </p:cNvPr>
            <p:cNvSpPr/>
            <p:nvPr/>
          </p:nvSpPr>
          <p:spPr>
            <a:xfrm>
              <a:off x="6594439" y="4527429"/>
              <a:ext cx="377843" cy="11367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85007B7-9DD5-B4C6-0584-17601A6D163C}"/>
                </a:ext>
              </a:extLst>
            </p:cNvPr>
            <p:cNvSpPr/>
            <p:nvPr/>
          </p:nvSpPr>
          <p:spPr>
            <a:xfrm>
              <a:off x="6594439" y="4413755"/>
              <a:ext cx="377843" cy="113674"/>
            </a:xfrm>
            <a:prstGeom prst="rect">
              <a:avLst/>
            </a:prstGeom>
            <a:solidFill>
              <a:schemeClr val="accent6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DC94B91-C3C3-EE94-4FCC-A01361D510AE}"/>
                </a:ext>
              </a:extLst>
            </p:cNvPr>
            <p:cNvSpPr/>
            <p:nvPr/>
          </p:nvSpPr>
          <p:spPr>
            <a:xfrm>
              <a:off x="6594439" y="4641103"/>
              <a:ext cx="377843" cy="113674"/>
            </a:xfrm>
            <a:prstGeom prst="rect">
              <a:avLst/>
            </a:prstGeom>
            <a:solidFill>
              <a:srgbClr val="7030A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8E0E5B9A-4348-D7B7-6477-04DA1DF51DC0}"/>
              </a:ext>
            </a:extLst>
          </p:cNvPr>
          <p:cNvSpPr txBox="1"/>
          <p:nvPr/>
        </p:nvSpPr>
        <p:spPr>
          <a:xfrm>
            <a:off x="5454650" y="3467084"/>
            <a:ext cx="2917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</a:t>
            </a:r>
            <a:r>
              <a:rPr lang="en-US" altLang="zh-CN" dirty="0" err="1"/>
              <a:t>matlab</a:t>
            </a:r>
            <a:r>
              <a:rPr lang="zh-CN" altLang="en-US" dirty="0"/>
              <a:t>画个类似这样的图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49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65FDC520-19C7-DC3C-E7FB-028C2C2F6B37}"/>
              </a:ext>
            </a:extLst>
          </p:cNvPr>
          <p:cNvGrpSpPr/>
          <p:nvPr/>
        </p:nvGrpSpPr>
        <p:grpSpPr>
          <a:xfrm>
            <a:off x="709300" y="244443"/>
            <a:ext cx="2090173" cy="5754705"/>
            <a:chOff x="709300" y="244443"/>
            <a:chExt cx="2090173" cy="5754705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37A99F-DB26-9FA5-29E4-6B5E1F56A013}"/>
                </a:ext>
              </a:extLst>
            </p:cNvPr>
            <p:cNvGrpSpPr/>
            <p:nvPr/>
          </p:nvGrpSpPr>
          <p:grpSpPr>
            <a:xfrm>
              <a:off x="918262" y="432185"/>
              <a:ext cx="1672248" cy="4950922"/>
              <a:chOff x="912290" y="432185"/>
              <a:chExt cx="1672248" cy="495092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EB19E64-53B5-88A7-AF22-47A0857E68E5}"/>
                  </a:ext>
                </a:extLst>
              </p:cNvPr>
              <p:cNvSpPr/>
              <p:nvPr/>
            </p:nvSpPr>
            <p:spPr>
              <a:xfrm>
                <a:off x="912293" y="432185"/>
                <a:ext cx="1672245" cy="65116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Weather-dependent renewable generation available capacity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9B45CBC-EAE7-6428-405B-55DACFD97CAE}"/>
                  </a:ext>
                </a:extLst>
              </p:cNvPr>
              <p:cNvSpPr/>
              <p:nvPr/>
            </p:nvSpPr>
            <p:spPr>
              <a:xfrm>
                <a:off x="912293" y="1310147"/>
                <a:ext cx="1672245" cy="65116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Connection point of offshore wind farms and hydrogen platforms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C7D041A-9EE7-91FE-CF4C-F2883BD9DB82}"/>
                  </a:ext>
                </a:extLst>
              </p:cNvPr>
              <p:cNvSpPr/>
              <p:nvPr/>
            </p:nvSpPr>
            <p:spPr>
              <a:xfrm>
                <a:off x="912292" y="2188109"/>
                <a:ext cx="1672245" cy="8097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Nodal energy demands (including power, natural gas, hydrogen, and ammonia)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446112A-A43F-BCA5-A2C9-B70EA3AD4F17}"/>
                  </a:ext>
                </a:extLst>
              </p:cNvPr>
              <p:cNvSpPr/>
              <p:nvPr/>
            </p:nvSpPr>
            <p:spPr>
              <a:xfrm>
                <a:off x="912291" y="3224706"/>
                <a:ext cx="1672245" cy="4475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Geo-referenced energy system structures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B7ECD5-2ADB-D695-41C9-284E843232DC}"/>
                  </a:ext>
                </a:extLst>
              </p:cNvPr>
              <p:cNvSpPr/>
              <p:nvPr/>
            </p:nvSpPr>
            <p:spPr>
              <a:xfrm>
                <a:off x="912291" y="3899007"/>
                <a:ext cx="1672245" cy="8097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Physical, economic, and carbon emission parameters of energy system components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3B3BC40-16EB-0298-1D7A-8EB5D1AA1C48}"/>
                  </a:ext>
                </a:extLst>
              </p:cNvPr>
              <p:cNvSpPr/>
              <p:nvPr/>
            </p:nvSpPr>
            <p:spPr>
              <a:xfrm>
                <a:off x="912290" y="4935604"/>
                <a:ext cx="1672245" cy="4475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Operation codes of power and gas systems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D85DDA0-2341-FF03-1F96-AAB8F9895647}"/>
                </a:ext>
              </a:extLst>
            </p:cNvPr>
            <p:cNvSpPr/>
            <p:nvPr/>
          </p:nvSpPr>
          <p:spPr>
            <a:xfrm>
              <a:off x="709300" y="244443"/>
              <a:ext cx="2090173" cy="5754705"/>
            </a:xfrm>
            <a:prstGeom prst="roundRect">
              <a:avLst>
                <a:gd name="adj" fmla="val 10594"/>
              </a:avLst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…</a:t>
              </a:r>
            </a:p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Inputs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4594BDF-A526-B2C4-E303-7A87AE12033B}"/>
              </a:ext>
            </a:extLst>
          </p:cNvPr>
          <p:cNvGrpSpPr/>
          <p:nvPr/>
        </p:nvGrpSpPr>
        <p:grpSpPr>
          <a:xfrm>
            <a:off x="9722127" y="244442"/>
            <a:ext cx="2090173" cy="5754705"/>
            <a:chOff x="9722127" y="244442"/>
            <a:chExt cx="2090173" cy="5754705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D6A877F7-BC20-DB5F-EE88-239C54C4232E}"/>
                </a:ext>
              </a:extLst>
            </p:cNvPr>
            <p:cNvGrpSpPr/>
            <p:nvPr/>
          </p:nvGrpSpPr>
          <p:grpSpPr>
            <a:xfrm>
              <a:off x="9911281" y="432185"/>
              <a:ext cx="1711865" cy="4876415"/>
              <a:chOff x="10141192" y="432185"/>
              <a:chExt cx="1711865" cy="4876415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75FC7511-965E-A3B6-A336-974F85D32910}"/>
                  </a:ext>
                </a:extLst>
              </p:cNvPr>
              <p:cNvSpPr/>
              <p:nvPr/>
            </p:nvSpPr>
            <p:spPr>
              <a:xfrm>
                <a:off x="10141192" y="432185"/>
                <a:ext cx="1672245" cy="81165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Offshore wind generation, hydrogen and ammonia productions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20AB9E5-B557-3863-8024-F4A7C8576995}"/>
                  </a:ext>
                </a:extLst>
              </p:cNvPr>
              <p:cNvSpPr/>
              <p:nvPr/>
            </p:nvSpPr>
            <p:spPr>
              <a:xfrm>
                <a:off x="10174461" y="1801848"/>
                <a:ext cx="1672245" cy="10804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Operating strategies of power-to-gas facilities, gas sources, renewable generations, and other flexible generating units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7BD181A3-C7FC-797F-8807-FB77B8195023}"/>
                  </a:ext>
                </a:extLst>
              </p:cNvPr>
              <p:cNvSpPr/>
              <p:nvPr/>
            </p:nvSpPr>
            <p:spPr>
              <a:xfrm>
                <a:off x="10180812" y="3440290"/>
                <a:ext cx="1672245" cy="6551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Operating conditions of power and gas networks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6EF1C9E5-8686-5D4E-5C22-59DB74AEAAEB}"/>
                  </a:ext>
                </a:extLst>
              </p:cNvPr>
              <p:cNvSpPr/>
              <p:nvPr/>
            </p:nvSpPr>
            <p:spPr>
              <a:xfrm>
                <a:off x="10180812" y="4653451"/>
                <a:ext cx="1672245" cy="6551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Distribution of hydrogen molar fractions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CE5E0F49-8D70-2B13-C931-5ACC57C0BE7A}"/>
                </a:ext>
              </a:extLst>
            </p:cNvPr>
            <p:cNvSpPr/>
            <p:nvPr/>
          </p:nvSpPr>
          <p:spPr>
            <a:xfrm>
              <a:off x="9722127" y="244442"/>
              <a:ext cx="2090173" cy="5754705"/>
            </a:xfrm>
            <a:prstGeom prst="roundRect">
              <a:avLst>
                <a:gd name="adj" fmla="val 10594"/>
              </a:avLst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…</a:t>
              </a:r>
            </a:p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Outputs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5EB3419-703A-7C05-1D68-9ADCAF33CF56}"/>
              </a:ext>
            </a:extLst>
          </p:cNvPr>
          <p:cNvGrpSpPr/>
          <p:nvPr/>
        </p:nvGrpSpPr>
        <p:grpSpPr>
          <a:xfrm>
            <a:off x="3154455" y="244443"/>
            <a:ext cx="6212689" cy="5754705"/>
            <a:chOff x="3403752" y="244443"/>
            <a:chExt cx="6212689" cy="575470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1101CF-F5D4-D0DE-33E5-8CD97F3E2AA2}"/>
                </a:ext>
              </a:extLst>
            </p:cNvPr>
            <p:cNvSpPr/>
            <p:nvPr/>
          </p:nvSpPr>
          <p:spPr>
            <a:xfrm>
              <a:off x="3639339" y="1611518"/>
              <a:ext cx="1797039" cy="5524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Offshore wind farms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7C5F91-74FA-2203-4FEC-766F2CDB48AA}"/>
                </a:ext>
              </a:extLst>
            </p:cNvPr>
            <p:cNvSpPr/>
            <p:nvPr/>
          </p:nvSpPr>
          <p:spPr>
            <a:xfrm>
              <a:off x="3639340" y="2467782"/>
              <a:ext cx="1797040" cy="560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Onshore renewable generations (including solar, wind, and hydro)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E19A16-8EEB-2EFC-0166-12423B538053}"/>
                </a:ext>
              </a:extLst>
            </p:cNvPr>
            <p:cNvSpPr/>
            <p:nvPr/>
          </p:nvSpPr>
          <p:spPr>
            <a:xfrm>
              <a:off x="3639340" y="3364868"/>
              <a:ext cx="1797039" cy="560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Thermal generations (including coal, natural gas, oil, gasoil, and waste)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B007902-CF80-FA9F-DD8F-222B74117C9A}"/>
                </a:ext>
              </a:extLst>
            </p:cNvPr>
            <p:cNvSpPr/>
            <p:nvPr/>
          </p:nvSpPr>
          <p:spPr>
            <a:xfrm>
              <a:off x="6000750" y="3667816"/>
              <a:ext cx="1388566" cy="2573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Gas network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2D3185-A1DB-2CF0-4B7A-E8057FA82510}"/>
                </a:ext>
              </a:extLst>
            </p:cNvPr>
            <p:cNvSpPr/>
            <p:nvPr/>
          </p:nvSpPr>
          <p:spPr>
            <a:xfrm>
              <a:off x="6004319" y="2038463"/>
              <a:ext cx="744089" cy="560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Power-to-gas facilities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5AC4F0C-6E78-E2DD-93A4-FB284C3D604B}"/>
                </a:ext>
              </a:extLst>
            </p:cNvPr>
            <p:cNvSpPr/>
            <p:nvPr/>
          </p:nvSpPr>
          <p:spPr>
            <a:xfrm>
              <a:off x="6777060" y="2642608"/>
              <a:ext cx="606223" cy="8097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Gas-fired power plants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476DCB2-376D-598E-47D4-AB2107294402}"/>
                </a:ext>
              </a:extLst>
            </p:cNvPr>
            <p:cNvSpPr/>
            <p:nvPr/>
          </p:nvSpPr>
          <p:spPr>
            <a:xfrm>
              <a:off x="7993595" y="1887761"/>
              <a:ext cx="1388566" cy="2573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Natural gas supply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6F65D67-FEA1-6644-74B4-00DF2AB82B36}"/>
                </a:ext>
              </a:extLst>
            </p:cNvPr>
            <p:cNvSpPr/>
            <p:nvPr/>
          </p:nvSpPr>
          <p:spPr>
            <a:xfrm>
              <a:off x="7993595" y="2824922"/>
              <a:ext cx="1388566" cy="2573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Gas storage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278AB48-D1C8-84A4-BA90-83B13B151D21}"/>
                </a:ext>
              </a:extLst>
            </p:cNvPr>
            <p:cNvSpPr/>
            <p:nvPr/>
          </p:nvSpPr>
          <p:spPr>
            <a:xfrm>
              <a:off x="7993595" y="3664641"/>
              <a:ext cx="1388566" cy="2573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Hydrogen injection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D12167B-9205-87A9-D8E3-8970003A848F}"/>
                </a:ext>
              </a:extLst>
            </p:cNvPr>
            <p:cNvSpPr/>
            <p:nvPr/>
          </p:nvSpPr>
          <p:spPr>
            <a:xfrm>
              <a:off x="3639339" y="4656628"/>
              <a:ext cx="1850294" cy="6551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Physical constraints (such as power line capacity, and generation capacity)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CAEBFCE-495D-492F-E0EB-195CDF906350}"/>
                </a:ext>
              </a:extLst>
            </p:cNvPr>
            <p:cNvSpPr/>
            <p:nvPr/>
          </p:nvSpPr>
          <p:spPr>
            <a:xfrm>
              <a:off x="5585603" y="4653452"/>
              <a:ext cx="1850294" cy="6551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Flexibility constraints (such as ramping, on-off status, and operating reserves)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0AEE88D-A455-ECE8-8EFC-09F289E5EBD4}"/>
                </a:ext>
              </a:extLst>
            </p:cNvPr>
            <p:cNvSpPr/>
            <p:nvPr/>
          </p:nvSpPr>
          <p:spPr>
            <a:xfrm>
              <a:off x="7531867" y="4653453"/>
              <a:ext cx="1850294" cy="6551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Security constraints (such as inertia, must-run-units, and gas interchangeability)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8AAA0A3-9346-FDAA-F230-621D6552458C}"/>
                </a:ext>
              </a:extLst>
            </p:cNvPr>
            <p:cNvSpPr/>
            <p:nvPr/>
          </p:nvSpPr>
          <p:spPr>
            <a:xfrm>
              <a:off x="3403753" y="244443"/>
              <a:ext cx="6212688" cy="5754705"/>
            </a:xfrm>
            <a:prstGeom prst="roundRect">
              <a:avLst>
                <a:gd name="adj" fmla="val 4269"/>
              </a:avLst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endParaRPr lang="en-GB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Hourly integrated energy system optimisation model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655A059-C0B2-AB48-CAA2-E361D7405C45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V="1">
              <a:off x="6376364" y="1868735"/>
              <a:ext cx="0" cy="16972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9F12550-C13F-085D-32BE-C118E6E7DF69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7080172" y="1868735"/>
              <a:ext cx="0" cy="77387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D5FC2A7-D10C-35B2-D139-16CA3E385FBC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6376364" y="2598764"/>
              <a:ext cx="0" cy="1056352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1512FC6-2D48-64EE-F1B0-A7B71C0FAD31}"/>
                </a:ext>
              </a:extLst>
            </p:cNvPr>
            <p:cNvCxnSpPr>
              <a:stCxn id="16" idx="2"/>
            </p:cNvCxnSpPr>
            <p:nvPr/>
          </p:nvCxnSpPr>
          <p:spPr>
            <a:xfrm flipH="1">
              <a:off x="7078388" y="3452407"/>
              <a:ext cx="1784" cy="20270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3A9A030-1A3F-5001-33A6-8598926725B3}"/>
                </a:ext>
              </a:extLst>
            </p:cNvPr>
            <p:cNvSpPr/>
            <p:nvPr/>
          </p:nvSpPr>
          <p:spPr>
            <a:xfrm>
              <a:off x="5994400" y="1611423"/>
              <a:ext cx="1388566" cy="2573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Power network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4F66C395-25CC-8A6C-4776-CFF477C70336}"/>
                </a:ext>
              </a:extLst>
            </p:cNvPr>
            <p:cNvCxnSpPr>
              <a:cxnSpLocks/>
              <a:stCxn id="10" idx="3"/>
              <a:endCxn id="56" idx="1"/>
            </p:cNvCxnSpPr>
            <p:nvPr/>
          </p:nvCxnSpPr>
          <p:spPr>
            <a:xfrm flipV="1">
              <a:off x="5436378" y="1740079"/>
              <a:ext cx="558022" cy="147682"/>
            </a:xfrm>
            <a:prstGeom prst="bentConnector3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59">
              <a:extLst>
                <a:ext uri="{FF2B5EF4-FFF2-40B4-BE49-F238E27FC236}">
                  <a16:creationId xmlns:a16="http://schemas.microsoft.com/office/drawing/2014/main" id="{9C31EB06-1D2D-40D6-1454-52D67A13DD29}"/>
                </a:ext>
              </a:extLst>
            </p:cNvPr>
            <p:cNvCxnSpPr>
              <a:cxnSpLocks/>
              <a:stCxn id="11" idx="3"/>
              <a:endCxn id="56" idx="1"/>
            </p:cNvCxnSpPr>
            <p:nvPr/>
          </p:nvCxnSpPr>
          <p:spPr>
            <a:xfrm flipV="1">
              <a:off x="5436380" y="1740079"/>
              <a:ext cx="558020" cy="1007854"/>
            </a:xfrm>
            <a:prstGeom prst="bentConnector3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D7034FC2-B9E4-2486-08FA-70D1D439A300}"/>
                </a:ext>
              </a:extLst>
            </p:cNvPr>
            <p:cNvCxnSpPr>
              <a:cxnSpLocks/>
              <a:stCxn id="12" idx="3"/>
              <a:endCxn id="56" idx="1"/>
            </p:cNvCxnSpPr>
            <p:nvPr/>
          </p:nvCxnSpPr>
          <p:spPr>
            <a:xfrm flipV="1">
              <a:off x="5436379" y="1740079"/>
              <a:ext cx="558021" cy="1904940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0B873943-7612-FF97-AEA8-83B00A7FB913}"/>
                </a:ext>
              </a:extLst>
            </p:cNvPr>
            <p:cNvCxnSpPr>
              <a:stCxn id="19" idx="1"/>
              <a:endCxn id="14" idx="3"/>
            </p:cNvCxnSpPr>
            <p:nvPr/>
          </p:nvCxnSpPr>
          <p:spPr>
            <a:xfrm rot="10800000" flipV="1">
              <a:off x="7389317" y="3793296"/>
              <a:ext cx="604279" cy="3175"/>
            </a:xfrm>
            <a:prstGeom prst="bentConnector3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: Elbow 73">
              <a:extLst>
                <a:ext uri="{FF2B5EF4-FFF2-40B4-BE49-F238E27FC236}">
                  <a16:creationId xmlns:a16="http://schemas.microsoft.com/office/drawing/2014/main" id="{DD81214C-46CD-5AB1-90BE-C572D34BBE6F}"/>
                </a:ext>
              </a:extLst>
            </p:cNvPr>
            <p:cNvCxnSpPr>
              <a:stCxn id="18" idx="1"/>
              <a:endCxn id="14" idx="3"/>
            </p:cNvCxnSpPr>
            <p:nvPr/>
          </p:nvCxnSpPr>
          <p:spPr>
            <a:xfrm rot="10800000" flipV="1">
              <a:off x="7389317" y="2953578"/>
              <a:ext cx="604279" cy="842894"/>
            </a:xfrm>
            <a:prstGeom prst="bentConnector3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D96FDC98-10AB-5948-FE61-AAC67268BE79}"/>
                </a:ext>
              </a:extLst>
            </p:cNvPr>
            <p:cNvCxnSpPr>
              <a:stCxn id="17" idx="1"/>
              <a:endCxn id="14" idx="3"/>
            </p:cNvCxnSpPr>
            <p:nvPr/>
          </p:nvCxnSpPr>
          <p:spPr>
            <a:xfrm rot="10800000" flipV="1">
              <a:off x="7389317" y="2016416"/>
              <a:ext cx="604279" cy="1780055"/>
            </a:xfrm>
            <a:prstGeom prst="bentConnector3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Arrow: Right 84">
              <a:extLst>
                <a:ext uri="{FF2B5EF4-FFF2-40B4-BE49-F238E27FC236}">
                  <a16:creationId xmlns:a16="http://schemas.microsoft.com/office/drawing/2014/main" id="{042BEBF1-8148-B121-B0AC-A85574E422F6}"/>
                </a:ext>
              </a:extLst>
            </p:cNvPr>
            <p:cNvSpPr/>
            <p:nvPr/>
          </p:nvSpPr>
          <p:spPr>
            <a:xfrm rot="16200000">
              <a:off x="4362598" y="4213860"/>
              <a:ext cx="350520" cy="29718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Arrow: Right 85">
              <a:extLst>
                <a:ext uri="{FF2B5EF4-FFF2-40B4-BE49-F238E27FC236}">
                  <a16:creationId xmlns:a16="http://schemas.microsoft.com/office/drawing/2014/main" id="{70A1C90B-A84A-620D-17CF-3DE792FCC8FC}"/>
                </a:ext>
              </a:extLst>
            </p:cNvPr>
            <p:cNvSpPr/>
            <p:nvPr/>
          </p:nvSpPr>
          <p:spPr>
            <a:xfrm rot="16200000">
              <a:off x="6334837" y="4213860"/>
              <a:ext cx="350520" cy="29718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" name="Arrow: Right 86">
              <a:extLst>
                <a:ext uri="{FF2B5EF4-FFF2-40B4-BE49-F238E27FC236}">
                  <a16:creationId xmlns:a16="http://schemas.microsoft.com/office/drawing/2014/main" id="{1A75E12B-99F2-10A6-0A53-8808D999A3FA}"/>
                </a:ext>
              </a:extLst>
            </p:cNvPr>
            <p:cNvSpPr/>
            <p:nvPr/>
          </p:nvSpPr>
          <p:spPr>
            <a:xfrm rot="16200000">
              <a:off x="8281754" y="4213860"/>
              <a:ext cx="350520" cy="29718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F2AF234-7408-5720-A202-64672ECB7576}"/>
                </a:ext>
              </a:extLst>
            </p:cNvPr>
            <p:cNvSpPr txBox="1"/>
            <p:nvPr/>
          </p:nvSpPr>
          <p:spPr>
            <a:xfrm>
              <a:off x="3403752" y="556862"/>
              <a:ext cx="391253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tx1"/>
                  </a:solidFill>
                </a:rPr>
                <a:t>Objective: minimising total operating cost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b="1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/>
                <a:t>Constraints:</a:t>
              </a:r>
              <a:endParaRPr lang="en-GB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0C716569-8C39-0760-010D-1DF9DD28F497}"/>
              </a:ext>
            </a:extLst>
          </p:cNvPr>
          <p:cNvSpPr/>
          <p:nvPr/>
        </p:nvSpPr>
        <p:spPr>
          <a:xfrm>
            <a:off x="2801704" y="2969436"/>
            <a:ext cx="350520" cy="29718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D3EDCC87-783F-B7F8-CD07-D462DC90152C}"/>
              </a:ext>
            </a:extLst>
          </p:cNvPr>
          <p:cNvSpPr/>
          <p:nvPr/>
        </p:nvSpPr>
        <p:spPr>
          <a:xfrm>
            <a:off x="9369375" y="2978350"/>
            <a:ext cx="350520" cy="29718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856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65FDC520-19C7-DC3C-E7FB-028C2C2F6B37}"/>
              </a:ext>
            </a:extLst>
          </p:cNvPr>
          <p:cNvGrpSpPr/>
          <p:nvPr/>
        </p:nvGrpSpPr>
        <p:grpSpPr>
          <a:xfrm>
            <a:off x="709300" y="244443"/>
            <a:ext cx="2090173" cy="5754705"/>
            <a:chOff x="709300" y="244443"/>
            <a:chExt cx="2090173" cy="5754705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37A99F-DB26-9FA5-29E4-6B5E1F56A013}"/>
                </a:ext>
              </a:extLst>
            </p:cNvPr>
            <p:cNvGrpSpPr/>
            <p:nvPr/>
          </p:nvGrpSpPr>
          <p:grpSpPr>
            <a:xfrm>
              <a:off x="918262" y="432185"/>
              <a:ext cx="1672248" cy="4950922"/>
              <a:chOff x="912290" y="432185"/>
              <a:chExt cx="1672248" cy="495092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EB19E64-53B5-88A7-AF22-47A0857E68E5}"/>
                  </a:ext>
                </a:extLst>
              </p:cNvPr>
              <p:cNvSpPr/>
              <p:nvPr/>
            </p:nvSpPr>
            <p:spPr>
              <a:xfrm>
                <a:off x="912293" y="432185"/>
                <a:ext cx="1672245" cy="65116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Weather-dependent renewable generation available capacity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9B45CBC-EAE7-6428-405B-55DACFD97CAE}"/>
                  </a:ext>
                </a:extLst>
              </p:cNvPr>
              <p:cNvSpPr/>
              <p:nvPr/>
            </p:nvSpPr>
            <p:spPr>
              <a:xfrm>
                <a:off x="912293" y="1310147"/>
                <a:ext cx="1672245" cy="65116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Connection point of offshore wind farms and hydrogen platforms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C7D041A-9EE7-91FE-CF4C-F2883BD9DB82}"/>
                  </a:ext>
                </a:extLst>
              </p:cNvPr>
              <p:cNvSpPr/>
              <p:nvPr/>
            </p:nvSpPr>
            <p:spPr>
              <a:xfrm>
                <a:off x="912292" y="2188109"/>
                <a:ext cx="1672245" cy="8097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Nodal energy demands (including power, natural gas, hydrogen, and ammonia)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446112A-A43F-BCA5-A2C9-B70EA3AD4F17}"/>
                  </a:ext>
                </a:extLst>
              </p:cNvPr>
              <p:cNvSpPr/>
              <p:nvPr/>
            </p:nvSpPr>
            <p:spPr>
              <a:xfrm>
                <a:off x="912291" y="3224706"/>
                <a:ext cx="1672245" cy="4475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Geo-referenced energy system structures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B7ECD5-2ADB-D695-41C9-284E843232DC}"/>
                  </a:ext>
                </a:extLst>
              </p:cNvPr>
              <p:cNvSpPr/>
              <p:nvPr/>
            </p:nvSpPr>
            <p:spPr>
              <a:xfrm>
                <a:off x="912291" y="3899007"/>
                <a:ext cx="1672245" cy="8097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Physical, economic, and carbon emission parameters of energy system components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3B3BC40-16EB-0298-1D7A-8EB5D1AA1C48}"/>
                  </a:ext>
                </a:extLst>
              </p:cNvPr>
              <p:cNvSpPr/>
              <p:nvPr/>
            </p:nvSpPr>
            <p:spPr>
              <a:xfrm>
                <a:off x="912290" y="4935604"/>
                <a:ext cx="1672245" cy="4475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Operation codes of power and gas systems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D85DDA0-2341-FF03-1F96-AAB8F9895647}"/>
                </a:ext>
              </a:extLst>
            </p:cNvPr>
            <p:cNvSpPr/>
            <p:nvPr/>
          </p:nvSpPr>
          <p:spPr>
            <a:xfrm>
              <a:off x="709300" y="244443"/>
              <a:ext cx="2090173" cy="5754705"/>
            </a:xfrm>
            <a:prstGeom prst="roundRect">
              <a:avLst>
                <a:gd name="adj" fmla="val 10594"/>
              </a:avLst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…</a:t>
              </a:r>
            </a:p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Inputs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4594BDF-A526-B2C4-E303-7A87AE12033B}"/>
              </a:ext>
            </a:extLst>
          </p:cNvPr>
          <p:cNvGrpSpPr/>
          <p:nvPr/>
        </p:nvGrpSpPr>
        <p:grpSpPr>
          <a:xfrm>
            <a:off x="9722127" y="244442"/>
            <a:ext cx="2090173" cy="5754705"/>
            <a:chOff x="9722127" y="244442"/>
            <a:chExt cx="2090173" cy="5754705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D6A877F7-BC20-DB5F-EE88-239C54C4232E}"/>
                </a:ext>
              </a:extLst>
            </p:cNvPr>
            <p:cNvGrpSpPr/>
            <p:nvPr/>
          </p:nvGrpSpPr>
          <p:grpSpPr>
            <a:xfrm>
              <a:off x="9911281" y="432185"/>
              <a:ext cx="1711865" cy="4876415"/>
              <a:chOff x="10141192" y="432185"/>
              <a:chExt cx="1711865" cy="4876415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75FC7511-965E-A3B6-A336-974F85D32910}"/>
                  </a:ext>
                </a:extLst>
              </p:cNvPr>
              <p:cNvSpPr/>
              <p:nvPr/>
            </p:nvSpPr>
            <p:spPr>
              <a:xfrm>
                <a:off x="10141192" y="432185"/>
                <a:ext cx="1672245" cy="81165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Offshore wind generation, hydrogen and ammonia productions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20AB9E5-B557-3863-8024-F4A7C8576995}"/>
                  </a:ext>
                </a:extLst>
              </p:cNvPr>
              <p:cNvSpPr/>
              <p:nvPr/>
            </p:nvSpPr>
            <p:spPr>
              <a:xfrm>
                <a:off x="10174461" y="1801848"/>
                <a:ext cx="1672245" cy="10804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Operating strategies of power-to-gas facilities, gas sources, renewable generations, and other flexible generating units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7BD181A3-C7FC-797F-8807-FB77B8195023}"/>
                  </a:ext>
                </a:extLst>
              </p:cNvPr>
              <p:cNvSpPr/>
              <p:nvPr/>
            </p:nvSpPr>
            <p:spPr>
              <a:xfrm>
                <a:off x="10180812" y="3440290"/>
                <a:ext cx="1672245" cy="6551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Operating conditions of power and gas networks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6EF1C9E5-8686-5D4E-5C22-59DB74AEAAEB}"/>
                  </a:ext>
                </a:extLst>
              </p:cNvPr>
              <p:cNvSpPr/>
              <p:nvPr/>
            </p:nvSpPr>
            <p:spPr>
              <a:xfrm>
                <a:off x="10180812" y="4653451"/>
                <a:ext cx="1672245" cy="6551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Distribution of hydrogen molar fractions</a:t>
                </a:r>
                <a:endParaRPr lang="en-GB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CE5E0F49-8D70-2B13-C931-5ACC57C0BE7A}"/>
                </a:ext>
              </a:extLst>
            </p:cNvPr>
            <p:cNvSpPr/>
            <p:nvPr/>
          </p:nvSpPr>
          <p:spPr>
            <a:xfrm>
              <a:off x="9722127" y="244442"/>
              <a:ext cx="2090173" cy="5754705"/>
            </a:xfrm>
            <a:prstGeom prst="roundRect">
              <a:avLst>
                <a:gd name="adj" fmla="val 10594"/>
              </a:avLst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endParaRPr lang="en-GB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…</a:t>
              </a:r>
            </a:p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Outputs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8D12167B-9205-87A9-D8E3-8970003A848F}"/>
              </a:ext>
            </a:extLst>
          </p:cNvPr>
          <p:cNvSpPr/>
          <p:nvPr/>
        </p:nvSpPr>
        <p:spPr>
          <a:xfrm>
            <a:off x="3390042" y="4656628"/>
            <a:ext cx="1850294" cy="655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Physical constraints (such as power line capacity, and generation capacity)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AEBFCE-495D-492F-E0EB-195CDF906350}"/>
              </a:ext>
            </a:extLst>
          </p:cNvPr>
          <p:cNvSpPr/>
          <p:nvPr/>
        </p:nvSpPr>
        <p:spPr>
          <a:xfrm>
            <a:off x="5336306" y="4653452"/>
            <a:ext cx="1850294" cy="655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Flexibility constraints (such as ramping, on-off status, and operating reserves)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AEE88D-A455-ECE8-8EFC-09F289E5EBD4}"/>
              </a:ext>
            </a:extLst>
          </p:cNvPr>
          <p:cNvSpPr/>
          <p:nvPr/>
        </p:nvSpPr>
        <p:spPr>
          <a:xfrm>
            <a:off x="7282570" y="4653453"/>
            <a:ext cx="1850294" cy="655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Security constraints (such as inertia, must-run-units, and gas interchangeability)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8AAA0A3-9346-FDAA-F230-621D6552458C}"/>
              </a:ext>
            </a:extLst>
          </p:cNvPr>
          <p:cNvSpPr/>
          <p:nvPr/>
        </p:nvSpPr>
        <p:spPr>
          <a:xfrm>
            <a:off x="3154456" y="244443"/>
            <a:ext cx="6212688" cy="5754705"/>
          </a:xfrm>
          <a:prstGeom prst="roundRect">
            <a:avLst>
              <a:gd name="adj" fmla="val 4269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endParaRPr lang="en-GB" sz="1400" b="1" dirty="0">
              <a:solidFill>
                <a:schemeClr val="tx1"/>
              </a:solidFill>
            </a:endParaRPr>
          </a:p>
          <a:p>
            <a:pPr algn="ctr"/>
            <a:r>
              <a:rPr lang="en-GB" sz="1400" b="1" dirty="0">
                <a:solidFill>
                  <a:schemeClr val="tx1"/>
                </a:solidFill>
              </a:rPr>
              <a:t>Hourly integrated energy system optimisation model</a:t>
            </a:r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042BEBF1-8148-B121-B0AC-A85574E422F6}"/>
              </a:ext>
            </a:extLst>
          </p:cNvPr>
          <p:cNvSpPr/>
          <p:nvPr/>
        </p:nvSpPr>
        <p:spPr>
          <a:xfrm rot="16200000">
            <a:off x="4113301" y="4213860"/>
            <a:ext cx="350520" cy="29718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70A1C90B-A84A-620D-17CF-3DE792FCC8FC}"/>
              </a:ext>
            </a:extLst>
          </p:cNvPr>
          <p:cNvSpPr/>
          <p:nvPr/>
        </p:nvSpPr>
        <p:spPr>
          <a:xfrm rot="16200000">
            <a:off x="6085540" y="4213860"/>
            <a:ext cx="350520" cy="29718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1A75E12B-99F2-10A6-0A53-8808D999A3FA}"/>
              </a:ext>
            </a:extLst>
          </p:cNvPr>
          <p:cNvSpPr/>
          <p:nvPr/>
        </p:nvSpPr>
        <p:spPr>
          <a:xfrm rot="16200000">
            <a:off x="8032457" y="4213860"/>
            <a:ext cx="350520" cy="29718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F2AF234-7408-5720-A202-64672ECB7576}"/>
              </a:ext>
            </a:extLst>
          </p:cNvPr>
          <p:cNvSpPr txBox="1"/>
          <p:nvPr/>
        </p:nvSpPr>
        <p:spPr>
          <a:xfrm>
            <a:off x="3154455" y="257758"/>
            <a:ext cx="39125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</a:rPr>
              <a:t>Objective: minimising total operating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Constraints: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0C716569-8C39-0760-010D-1DF9DD28F497}"/>
              </a:ext>
            </a:extLst>
          </p:cNvPr>
          <p:cNvSpPr/>
          <p:nvPr/>
        </p:nvSpPr>
        <p:spPr>
          <a:xfrm>
            <a:off x="2801704" y="2969436"/>
            <a:ext cx="350520" cy="29718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D3EDCC87-783F-B7F8-CD07-D462DC90152C}"/>
              </a:ext>
            </a:extLst>
          </p:cNvPr>
          <p:cNvSpPr/>
          <p:nvPr/>
        </p:nvSpPr>
        <p:spPr>
          <a:xfrm>
            <a:off x="9369375" y="2978350"/>
            <a:ext cx="350520" cy="29718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8" name="Picture 217">
            <a:extLst>
              <a:ext uri="{FF2B5EF4-FFF2-40B4-BE49-F238E27FC236}">
                <a16:creationId xmlns:a16="http://schemas.microsoft.com/office/drawing/2014/main" id="{F5096AED-5937-2B27-560B-45D8C31B6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692" y="794294"/>
            <a:ext cx="6127203" cy="330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86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E4D6C91-6D3B-F380-CA9F-47F122CA83EA}"/>
              </a:ext>
            </a:extLst>
          </p:cNvPr>
          <p:cNvSpPr/>
          <p:nvPr/>
        </p:nvSpPr>
        <p:spPr>
          <a:xfrm rot="5400000">
            <a:off x="1969962" y="2037902"/>
            <a:ext cx="2435997" cy="1663333"/>
          </a:xfrm>
          <a:prstGeom prst="triangl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FE8AE9A2-A1C0-9A18-08FE-0AAE356D0359}"/>
              </a:ext>
            </a:extLst>
          </p:cNvPr>
          <p:cNvSpPr/>
          <p:nvPr/>
        </p:nvSpPr>
        <p:spPr>
          <a:xfrm>
            <a:off x="3339422" y="3435050"/>
            <a:ext cx="5252129" cy="660693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5B999D41-CE1B-20ED-564D-ED38ABF08E42}"/>
              </a:ext>
            </a:extLst>
          </p:cNvPr>
          <p:cNvSpPr/>
          <p:nvPr/>
        </p:nvSpPr>
        <p:spPr>
          <a:xfrm>
            <a:off x="4145873" y="1655403"/>
            <a:ext cx="5252128" cy="660693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E991635-4A24-5269-2344-899E85E13AAF}"/>
              </a:ext>
            </a:extLst>
          </p:cNvPr>
          <p:cNvGrpSpPr/>
          <p:nvPr/>
        </p:nvGrpSpPr>
        <p:grpSpPr>
          <a:xfrm>
            <a:off x="2423127" y="1226306"/>
            <a:ext cx="1664569" cy="1543401"/>
            <a:chOff x="548607" y="1462526"/>
            <a:chExt cx="1664569" cy="1543401"/>
          </a:xfrm>
        </p:grpSpPr>
        <p:grpSp>
          <p:nvGrpSpPr>
            <p:cNvPr id="8" name="组合 30">
              <a:extLst>
                <a:ext uri="{FF2B5EF4-FFF2-40B4-BE49-F238E27FC236}">
                  <a16:creationId xmlns:a16="http://schemas.microsoft.com/office/drawing/2014/main" id="{D21E32AD-D0EC-B8AC-DDAE-EFBC1DC2D553}"/>
                </a:ext>
              </a:extLst>
            </p:cNvPr>
            <p:cNvGrpSpPr/>
            <p:nvPr/>
          </p:nvGrpSpPr>
          <p:grpSpPr>
            <a:xfrm>
              <a:off x="1008172" y="1520336"/>
              <a:ext cx="333355" cy="335097"/>
              <a:chOff x="2671763" y="4835524"/>
              <a:chExt cx="493853" cy="496434"/>
            </a:xfrm>
          </p:grpSpPr>
          <p:sp>
            <p:nvSpPr>
              <p:cNvPr id="42" name="Freeform 51">
                <a:extLst>
                  <a:ext uri="{FF2B5EF4-FFF2-40B4-BE49-F238E27FC236}">
                    <a16:creationId xmlns:a16="http://schemas.microsoft.com/office/drawing/2014/main" id="{0CC459FF-6215-3798-66FE-161F8A6D86F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193846"/>
                <a:ext cx="493713" cy="69850"/>
              </a:xfrm>
              <a:custGeom>
                <a:avLst/>
                <a:gdLst>
                  <a:gd name="T0" fmla="*/ 43 w 1036"/>
                  <a:gd name="T1" fmla="*/ 106 h 151"/>
                  <a:gd name="T2" fmla="*/ 206 w 1036"/>
                  <a:gd name="T3" fmla="*/ 106 h 151"/>
                  <a:gd name="T4" fmla="*/ 432 w 1036"/>
                  <a:gd name="T5" fmla="*/ 106 h 151"/>
                  <a:gd name="T6" fmla="*/ 595 w 1036"/>
                  <a:gd name="T7" fmla="*/ 109 h 151"/>
                  <a:gd name="T8" fmla="*/ 712 w 1036"/>
                  <a:gd name="T9" fmla="*/ 146 h 151"/>
                  <a:gd name="T10" fmla="*/ 818 w 1036"/>
                  <a:gd name="T11" fmla="*/ 106 h 151"/>
                  <a:gd name="T12" fmla="*/ 993 w 1036"/>
                  <a:gd name="T13" fmla="*/ 110 h 151"/>
                  <a:gd name="T14" fmla="*/ 1029 w 1036"/>
                  <a:gd name="T15" fmla="*/ 101 h 151"/>
                  <a:gd name="T16" fmla="*/ 1020 w 1036"/>
                  <a:gd name="T17" fmla="*/ 65 h 151"/>
                  <a:gd name="T18" fmla="*/ 786 w 1036"/>
                  <a:gd name="T19" fmla="*/ 65 h 151"/>
                  <a:gd name="T20" fmla="*/ 622 w 1036"/>
                  <a:gd name="T21" fmla="*/ 64 h 151"/>
                  <a:gd name="T22" fmla="*/ 403 w 1036"/>
                  <a:gd name="T23" fmla="*/ 62 h 151"/>
                  <a:gd name="T24" fmla="*/ 232 w 1036"/>
                  <a:gd name="T25" fmla="*/ 61 h 151"/>
                  <a:gd name="T26" fmla="*/ 17 w 1036"/>
                  <a:gd name="T27" fmla="*/ 61 h 151"/>
                  <a:gd name="T28" fmla="*/ 7 w 1036"/>
                  <a:gd name="T29" fmla="*/ 97 h 151"/>
                  <a:gd name="T30" fmla="*/ 43 w 1036"/>
                  <a:gd name="T31" fmla="*/ 10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43" y="106"/>
                    </a:moveTo>
                    <a:cubicBezTo>
                      <a:pt x="44" y="106"/>
                      <a:pt x="125" y="60"/>
                      <a:pt x="206" y="106"/>
                    </a:cubicBez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0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5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6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sp>
            <p:nvSpPr>
              <p:cNvPr id="43" name="Freeform 53">
                <a:extLst>
                  <a:ext uri="{FF2B5EF4-FFF2-40B4-BE49-F238E27FC236}">
                    <a16:creationId xmlns:a16="http://schemas.microsoft.com/office/drawing/2014/main" id="{81CFA2EE-DB2A-409F-D136-9DCF9BA95C1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262108"/>
                <a:ext cx="493713" cy="69850"/>
              </a:xfrm>
              <a:custGeom>
                <a:avLst/>
                <a:gdLst>
                  <a:gd name="T0" fmla="*/ 206 w 1036"/>
                  <a:gd name="T1" fmla="*/ 107 h 151"/>
                  <a:gd name="T2" fmla="*/ 432 w 1036"/>
                  <a:gd name="T3" fmla="*/ 106 h 151"/>
                  <a:gd name="T4" fmla="*/ 595 w 1036"/>
                  <a:gd name="T5" fmla="*/ 109 h 151"/>
                  <a:gd name="T6" fmla="*/ 712 w 1036"/>
                  <a:gd name="T7" fmla="*/ 146 h 151"/>
                  <a:gd name="T8" fmla="*/ 818 w 1036"/>
                  <a:gd name="T9" fmla="*/ 106 h 151"/>
                  <a:gd name="T10" fmla="*/ 993 w 1036"/>
                  <a:gd name="T11" fmla="*/ 111 h 151"/>
                  <a:gd name="T12" fmla="*/ 1029 w 1036"/>
                  <a:gd name="T13" fmla="*/ 101 h 151"/>
                  <a:gd name="T14" fmla="*/ 1020 w 1036"/>
                  <a:gd name="T15" fmla="*/ 65 h 151"/>
                  <a:gd name="T16" fmla="*/ 786 w 1036"/>
                  <a:gd name="T17" fmla="*/ 65 h 151"/>
                  <a:gd name="T18" fmla="*/ 622 w 1036"/>
                  <a:gd name="T19" fmla="*/ 64 h 151"/>
                  <a:gd name="T20" fmla="*/ 403 w 1036"/>
                  <a:gd name="T21" fmla="*/ 62 h 151"/>
                  <a:gd name="T22" fmla="*/ 232 w 1036"/>
                  <a:gd name="T23" fmla="*/ 61 h 151"/>
                  <a:gd name="T24" fmla="*/ 17 w 1036"/>
                  <a:gd name="T25" fmla="*/ 61 h 151"/>
                  <a:gd name="T26" fmla="*/ 7 w 1036"/>
                  <a:gd name="T27" fmla="*/ 97 h 151"/>
                  <a:gd name="T28" fmla="*/ 43 w 1036"/>
                  <a:gd name="T29" fmla="*/ 107 h 151"/>
                  <a:gd name="T30" fmla="*/ 206 w 1036"/>
                  <a:gd name="T31" fmla="*/ 10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206" y="107"/>
                    </a:move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1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6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7"/>
                    </a:cubicBezTo>
                    <a:cubicBezTo>
                      <a:pt x="44" y="106"/>
                      <a:pt x="125" y="60"/>
                      <a:pt x="206" y="107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pic>
            <p:nvPicPr>
              <p:cNvPr id="44" name="图片 33">
                <a:extLst>
                  <a:ext uri="{FF2B5EF4-FFF2-40B4-BE49-F238E27FC236}">
                    <a16:creationId xmlns:a16="http://schemas.microsoft.com/office/drawing/2014/main" id="{C7583ABB-FDD8-9142-08A0-EC724111B79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20092"/>
              <a:stretch/>
            </p:blipFill>
            <p:spPr>
              <a:xfrm>
                <a:off x="2672184" y="4835524"/>
                <a:ext cx="493432" cy="393247"/>
              </a:xfrm>
              <a:prstGeom prst="rect">
                <a:avLst/>
              </a:prstGeom>
            </p:spPr>
          </p:pic>
        </p:grpSp>
        <p:grpSp>
          <p:nvGrpSpPr>
            <p:cNvPr id="9" name="组合 30">
              <a:extLst>
                <a:ext uri="{FF2B5EF4-FFF2-40B4-BE49-F238E27FC236}">
                  <a16:creationId xmlns:a16="http://schemas.microsoft.com/office/drawing/2014/main" id="{FA1400F2-4DBE-DCB0-FDF0-14B35BD15B12}"/>
                </a:ext>
              </a:extLst>
            </p:cNvPr>
            <p:cNvGrpSpPr/>
            <p:nvPr/>
          </p:nvGrpSpPr>
          <p:grpSpPr>
            <a:xfrm>
              <a:off x="1444052" y="1520336"/>
              <a:ext cx="333355" cy="335097"/>
              <a:chOff x="2671763" y="4835524"/>
              <a:chExt cx="493853" cy="496434"/>
            </a:xfrm>
          </p:grpSpPr>
          <p:sp>
            <p:nvSpPr>
              <p:cNvPr id="39" name="Freeform 51">
                <a:extLst>
                  <a:ext uri="{FF2B5EF4-FFF2-40B4-BE49-F238E27FC236}">
                    <a16:creationId xmlns:a16="http://schemas.microsoft.com/office/drawing/2014/main" id="{20B9E078-F9F5-0CD3-A164-12539FB77BE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193846"/>
                <a:ext cx="493713" cy="69850"/>
              </a:xfrm>
              <a:custGeom>
                <a:avLst/>
                <a:gdLst>
                  <a:gd name="T0" fmla="*/ 43 w 1036"/>
                  <a:gd name="T1" fmla="*/ 106 h 151"/>
                  <a:gd name="T2" fmla="*/ 206 w 1036"/>
                  <a:gd name="T3" fmla="*/ 106 h 151"/>
                  <a:gd name="T4" fmla="*/ 432 w 1036"/>
                  <a:gd name="T5" fmla="*/ 106 h 151"/>
                  <a:gd name="T6" fmla="*/ 595 w 1036"/>
                  <a:gd name="T7" fmla="*/ 109 h 151"/>
                  <a:gd name="T8" fmla="*/ 712 w 1036"/>
                  <a:gd name="T9" fmla="*/ 146 h 151"/>
                  <a:gd name="T10" fmla="*/ 818 w 1036"/>
                  <a:gd name="T11" fmla="*/ 106 h 151"/>
                  <a:gd name="T12" fmla="*/ 993 w 1036"/>
                  <a:gd name="T13" fmla="*/ 110 h 151"/>
                  <a:gd name="T14" fmla="*/ 1029 w 1036"/>
                  <a:gd name="T15" fmla="*/ 101 h 151"/>
                  <a:gd name="T16" fmla="*/ 1020 w 1036"/>
                  <a:gd name="T17" fmla="*/ 65 h 151"/>
                  <a:gd name="T18" fmla="*/ 786 w 1036"/>
                  <a:gd name="T19" fmla="*/ 65 h 151"/>
                  <a:gd name="T20" fmla="*/ 622 w 1036"/>
                  <a:gd name="T21" fmla="*/ 64 h 151"/>
                  <a:gd name="T22" fmla="*/ 403 w 1036"/>
                  <a:gd name="T23" fmla="*/ 62 h 151"/>
                  <a:gd name="T24" fmla="*/ 232 w 1036"/>
                  <a:gd name="T25" fmla="*/ 61 h 151"/>
                  <a:gd name="T26" fmla="*/ 17 w 1036"/>
                  <a:gd name="T27" fmla="*/ 61 h 151"/>
                  <a:gd name="T28" fmla="*/ 7 w 1036"/>
                  <a:gd name="T29" fmla="*/ 97 h 151"/>
                  <a:gd name="T30" fmla="*/ 43 w 1036"/>
                  <a:gd name="T31" fmla="*/ 10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43" y="106"/>
                    </a:moveTo>
                    <a:cubicBezTo>
                      <a:pt x="44" y="106"/>
                      <a:pt x="125" y="60"/>
                      <a:pt x="206" y="106"/>
                    </a:cubicBez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0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5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6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sp>
            <p:nvSpPr>
              <p:cNvPr id="40" name="Freeform 53">
                <a:extLst>
                  <a:ext uri="{FF2B5EF4-FFF2-40B4-BE49-F238E27FC236}">
                    <a16:creationId xmlns:a16="http://schemas.microsoft.com/office/drawing/2014/main" id="{8E87D759-218F-17B2-C0C9-725625261EF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262108"/>
                <a:ext cx="493713" cy="69850"/>
              </a:xfrm>
              <a:custGeom>
                <a:avLst/>
                <a:gdLst>
                  <a:gd name="T0" fmla="*/ 206 w 1036"/>
                  <a:gd name="T1" fmla="*/ 107 h 151"/>
                  <a:gd name="T2" fmla="*/ 432 w 1036"/>
                  <a:gd name="T3" fmla="*/ 106 h 151"/>
                  <a:gd name="T4" fmla="*/ 595 w 1036"/>
                  <a:gd name="T5" fmla="*/ 109 h 151"/>
                  <a:gd name="T6" fmla="*/ 712 w 1036"/>
                  <a:gd name="T7" fmla="*/ 146 h 151"/>
                  <a:gd name="T8" fmla="*/ 818 w 1036"/>
                  <a:gd name="T9" fmla="*/ 106 h 151"/>
                  <a:gd name="T10" fmla="*/ 993 w 1036"/>
                  <a:gd name="T11" fmla="*/ 111 h 151"/>
                  <a:gd name="T12" fmla="*/ 1029 w 1036"/>
                  <a:gd name="T13" fmla="*/ 101 h 151"/>
                  <a:gd name="T14" fmla="*/ 1020 w 1036"/>
                  <a:gd name="T15" fmla="*/ 65 h 151"/>
                  <a:gd name="T16" fmla="*/ 786 w 1036"/>
                  <a:gd name="T17" fmla="*/ 65 h 151"/>
                  <a:gd name="T18" fmla="*/ 622 w 1036"/>
                  <a:gd name="T19" fmla="*/ 64 h 151"/>
                  <a:gd name="T20" fmla="*/ 403 w 1036"/>
                  <a:gd name="T21" fmla="*/ 62 h 151"/>
                  <a:gd name="T22" fmla="*/ 232 w 1036"/>
                  <a:gd name="T23" fmla="*/ 61 h 151"/>
                  <a:gd name="T24" fmla="*/ 17 w 1036"/>
                  <a:gd name="T25" fmla="*/ 61 h 151"/>
                  <a:gd name="T26" fmla="*/ 7 w 1036"/>
                  <a:gd name="T27" fmla="*/ 97 h 151"/>
                  <a:gd name="T28" fmla="*/ 43 w 1036"/>
                  <a:gd name="T29" fmla="*/ 107 h 151"/>
                  <a:gd name="T30" fmla="*/ 206 w 1036"/>
                  <a:gd name="T31" fmla="*/ 10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206" y="107"/>
                    </a:move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1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6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7"/>
                    </a:cubicBezTo>
                    <a:cubicBezTo>
                      <a:pt x="44" y="106"/>
                      <a:pt x="125" y="60"/>
                      <a:pt x="206" y="107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pic>
            <p:nvPicPr>
              <p:cNvPr id="41" name="图片 33">
                <a:extLst>
                  <a:ext uri="{FF2B5EF4-FFF2-40B4-BE49-F238E27FC236}">
                    <a16:creationId xmlns:a16="http://schemas.microsoft.com/office/drawing/2014/main" id="{534CC95A-FEA0-E419-4B91-0CE44C9A018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20092"/>
              <a:stretch/>
            </p:blipFill>
            <p:spPr>
              <a:xfrm>
                <a:off x="2672184" y="4835524"/>
                <a:ext cx="493432" cy="393247"/>
              </a:xfrm>
              <a:prstGeom prst="rect">
                <a:avLst/>
              </a:prstGeom>
            </p:spPr>
          </p:pic>
        </p:grpSp>
        <p:grpSp>
          <p:nvGrpSpPr>
            <p:cNvPr id="10" name="组合 30">
              <a:extLst>
                <a:ext uri="{FF2B5EF4-FFF2-40B4-BE49-F238E27FC236}">
                  <a16:creationId xmlns:a16="http://schemas.microsoft.com/office/drawing/2014/main" id="{A68B0DFC-429D-46F3-AAA6-4CD0CB2723F8}"/>
                </a:ext>
              </a:extLst>
            </p:cNvPr>
            <p:cNvGrpSpPr/>
            <p:nvPr/>
          </p:nvGrpSpPr>
          <p:grpSpPr>
            <a:xfrm>
              <a:off x="1879821" y="1520336"/>
              <a:ext cx="333355" cy="335097"/>
              <a:chOff x="2671763" y="4835524"/>
              <a:chExt cx="493853" cy="496434"/>
            </a:xfrm>
          </p:grpSpPr>
          <p:sp>
            <p:nvSpPr>
              <p:cNvPr id="36" name="Freeform 51">
                <a:extLst>
                  <a:ext uri="{FF2B5EF4-FFF2-40B4-BE49-F238E27FC236}">
                    <a16:creationId xmlns:a16="http://schemas.microsoft.com/office/drawing/2014/main" id="{B0B3ED30-F530-855D-0D7E-EA81CC66297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193846"/>
                <a:ext cx="493713" cy="69850"/>
              </a:xfrm>
              <a:custGeom>
                <a:avLst/>
                <a:gdLst>
                  <a:gd name="T0" fmla="*/ 43 w 1036"/>
                  <a:gd name="T1" fmla="*/ 106 h 151"/>
                  <a:gd name="T2" fmla="*/ 206 w 1036"/>
                  <a:gd name="T3" fmla="*/ 106 h 151"/>
                  <a:gd name="T4" fmla="*/ 432 w 1036"/>
                  <a:gd name="T5" fmla="*/ 106 h 151"/>
                  <a:gd name="T6" fmla="*/ 595 w 1036"/>
                  <a:gd name="T7" fmla="*/ 109 h 151"/>
                  <a:gd name="T8" fmla="*/ 712 w 1036"/>
                  <a:gd name="T9" fmla="*/ 146 h 151"/>
                  <a:gd name="T10" fmla="*/ 818 w 1036"/>
                  <a:gd name="T11" fmla="*/ 106 h 151"/>
                  <a:gd name="T12" fmla="*/ 993 w 1036"/>
                  <a:gd name="T13" fmla="*/ 110 h 151"/>
                  <a:gd name="T14" fmla="*/ 1029 w 1036"/>
                  <a:gd name="T15" fmla="*/ 101 h 151"/>
                  <a:gd name="T16" fmla="*/ 1020 w 1036"/>
                  <a:gd name="T17" fmla="*/ 65 h 151"/>
                  <a:gd name="T18" fmla="*/ 786 w 1036"/>
                  <a:gd name="T19" fmla="*/ 65 h 151"/>
                  <a:gd name="T20" fmla="*/ 622 w 1036"/>
                  <a:gd name="T21" fmla="*/ 64 h 151"/>
                  <a:gd name="T22" fmla="*/ 403 w 1036"/>
                  <a:gd name="T23" fmla="*/ 62 h 151"/>
                  <a:gd name="T24" fmla="*/ 232 w 1036"/>
                  <a:gd name="T25" fmla="*/ 61 h 151"/>
                  <a:gd name="T26" fmla="*/ 17 w 1036"/>
                  <a:gd name="T27" fmla="*/ 61 h 151"/>
                  <a:gd name="T28" fmla="*/ 7 w 1036"/>
                  <a:gd name="T29" fmla="*/ 97 h 151"/>
                  <a:gd name="T30" fmla="*/ 43 w 1036"/>
                  <a:gd name="T31" fmla="*/ 10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43" y="106"/>
                    </a:moveTo>
                    <a:cubicBezTo>
                      <a:pt x="44" y="106"/>
                      <a:pt x="125" y="60"/>
                      <a:pt x="206" y="106"/>
                    </a:cubicBez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0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5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6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sp>
            <p:nvSpPr>
              <p:cNvPr id="37" name="Freeform 53">
                <a:extLst>
                  <a:ext uri="{FF2B5EF4-FFF2-40B4-BE49-F238E27FC236}">
                    <a16:creationId xmlns:a16="http://schemas.microsoft.com/office/drawing/2014/main" id="{3D69A908-786C-5B37-BF4D-D5677BF6EAB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262108"/>
                <a:ext cx="493713" cy="69850"/>
              </a:xfrm>
              <a:custGeom>
                <a:avLst/>
                <a:gdLst>
                  <a:gd name="T0" fmla="*/ 206 w 1036"/>
                  <a:gd name="T1" fmla="*/ 107 h 151"/>
                  <a:gd name="T2" fmla="*/ 432 w 1036"/>
                  <a:gd name="T3" fmla="*/ 106 h 151"/>
                  <a:gd name="T4" fmla="*/ 595 w 1036"/>
                  <a:gd name="T5" fmla="*/ 109 h 151"/>
                  <a:gd name="T6" fmla="*/ 712 w 1036"/>
                  <a:gd name="T7" fmla="*/ 146 h 151"/>
                  <a:gd name="T8" fmla="*/ 818 w 1036"/>
                  <a:gd name="T9" fmla="*/ 106 h 151"/>
                  <a:gd name="T10" fmla="*/ 993 w 1036"/>
                  <a:gd name="T11" fmla="*/ 111 h 151"/>
                  <a:gd name="T12" fmla="*/ 1029 w 1036"/>
                  <a:gd name="T13" fmla="*/ 101 h 151"/>
                  <a:gd name="T14" fmla="*/ 1020 w 1036"/>
                  <a:gd name="T15" fmla="*/ 65 h 151"/>
                  <a:gd name="T16" fmla="*/ 786 w 1036"/>
                  <a:gd name="T17" fmla="*/ 65 h 151"/>
                  <a:gd name="T18" fmla="*/ 622 w 1036"/>
                  <a:gd name="T19" fmla="*/ 64 h 151"/>
                  <a:gd name="T20" fmla="*/ 403 w 1036"/>
                  <a:gd name="T21" fmla="*/ 62 h 151"/>
                  <a:gd name="T22" fmla="*/ 232 w 1036"/>
                  <a:gd name="T23" fmla="*/ 61 h 151"/>
                  <a:gd name="T24" fmla="*/ 17 w 1036"/>
                  <a:gd name="T25" fmla="*/ 61 h 151"/>
                  <a:gd name="T26" fmla="*/ 7 w 1036"/>
                  <a:gd name="T27" fmla="*/ 97 h 151"/>
                  <a:gd name="T28" fmla="*/ 43 w 1036"/>
                  <a:gd name="T29" fmla="*/ 107 h 151"/>
                  <a:gd name="T30" fmla="*/ 206 w 1036"/>
                  <a:gd name="T31" fmla="*/ 10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206" y="107"/>
                    </a:move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1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6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7"/>
                    </a:cubicBezTo>
                    <a:cubicBezTo>
                      <a:pt x="44" y="106"/>
                      <a:pt x="125" y="60"/>
                      <a:pt x="206" y="107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pic>
            <p:nvPicPr>
              <p:cNvPr id="38" name="图片 33">
                <a:extLst>
                  <a:ext uri="{FF2B5EF4-FFF2-40B4-BE49-F238E27FC236}">
                    <a16:creationId xmlns:a16="http://schemas.microsoft.com/office/drawing/2014/main" id="{879F0410-64F7-5642-4074-F77AC066C9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20092"/>
              <a:stretch/>
            </p:blipFill>
            <p:spPr>
              <a:xfrm>
                <a:off x="2672184" y="4835524"/>
                <a:ext cx="493432" cy="393247"/>
              </a:xfrm>
              <a:prstGeom prst="rect">
                <a:avLst/>
              </a:prstGeom>
            </p:spPr>
          </p:pic>
        </p:grpSp>
        <p:grpSp>
          <p:nvGrpSpPr>
            <p:cNvPr id="11" name="组合 30">
              <a:extLst>
                <a:ext uri="{FF2B5EF4-FFF2-40B4-BE49-F238E27FC236}">
                  <a16:creationId xmlns:a16="http://schemas.microsoft.com/office/drawing/2014/main" id="{88490E93-0A19-78D7-AE85-0B82FEB7D09F}"/>
                </a:ext>
              </a:extLst>
            </p:cNvPr>
            <p:cNvGrpSpPr/>
            <p:nvPr/>
          </p:nvGrpSpPr>
          <p:grpSpPr>
            <a:xfrm>
              <a:off x="548702" y="1908480"/>
              <a:ext cx="333355" cy="335097"/>
              <a:chOff x="2671763" y="4835524"/>
              <a:chExt cx="493853" cy="496434"/>
            </a:xfrm>
          </p:grpSpPr>
          <p:sp>
            <p:nvSpPr>
              <p:cNvPr id="33" name="Freeform 51">
                <a:extLst>
                  <a:ext uri="{FF2B5EF4-FFF2-40B4-BE49-F238E27FC236}">
                    <a16:creationId xmlns:a16="http://schemas.microsoft.com/office/drawing/2014/main" id="{80F2DDD3-C1C7-EF82-68AF-169025D1A03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193846"/>
                <a:ext cx="493713" cy="69850"/>
              </a:xfrm>
              <a:custGeom>
                <a:avLst/>
                <a:gdLst>
                  <a:gd name="T0" fmla="*/ 43 w 1036"/>
                  <a:gd name="T1" fmla="*/ 106 h 151"/>
                  <a:gd name="T2" fmla="*/ 206 w 1036"/>
                  <a:gd name="T3" fmla="*/ 106 h 151"/>
                  <a:gd name="T4" fmla="*/ 432 w 1036"/>
                  <a:gd name="T5" fmla="*/ 106 h 151"/>
                  <a:gd name="T6" fmla="*/ 595 w 1036"/>
                  <a:gd name="T7" fmla="*/ 109 h 151"/>
                  <a:gd name="T8" fmla="*/ 712 w 1036"/>
                  <a:gd name="T9" fmla="*/ 146 h 151"/>
                  <a:gd name="T10" fmla="*/ 818 w 1036"/>
                  <a:gd name="T11" fmla="*/ 106 h 151"/>
                  <a:gd name="T12" fmla="*/ 993 w 1036"/>
                  <a:gd name="T13" fmla="*/ 110 h 151"/>
                  <a:gd name="T14" fmla="*/ 1029 w 1036"/>
                  <a:gd name="T15" fmla="*/ 101 h 151"/>
                  <a:gd name="T16" fmla="*/ 1020 w 1036"/>
                  <a:gd name="T17" fmla="*/ 65 h 151"/>
                  <a:gd name="T18" fmla="*/ 786 w 1036"/>
                  <a:gd name="T19" fmla="*/ 65 h 151"/>
                  <a:gd name="T20" fmla="*/ 622 w 1036"/>
                  <a:gd name="T21" fmla="*/ 64 h 151"/>
                  <a:gd name="T22" fmla="*/ 403 w 1036"/>
                  <a:gd name="T23" fmla="*/ 62 h 151"/>
                  <a:gd name="T24" fmla="*/ 232 w 1036"/>
                  <a:gd name="T25" fmla="*/ 61 h 151"/>
                  <a:gd name="T26" fmla="*/ 17 w 1036"/>
                  <a:gd name="T27" fmla="*/ 61 h 151"/>
                  <a:gd name="T28" fmla="*/ 7 w 1036"/>
                  <a:gd name="T29" fmla="*/ 97 h 151"/>
                  <a:gd name="T30" fmla="*/ 43 w 1036"/>
                  <a:gd name="T31" fmla="*/ 10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43" y="106"/>
                    </a:moveTo>
                    <a:cubicBezTo>
                      <a:pt x="44" y="106"/>
                      <a:pt x="125" y="60"/>
                      <a:pt x="206" y="106"/>
                    </a:cubicBez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0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5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6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sp>
            <p:nvSpPr>
              <p:cNvPr id="34" name="Freeform 53">
                <a:extLst>
                  <a:ext uri="{FF2B5EF4-FFF2-40B4-BE49-F238E27FC236}">
                    <a16:creationId xmlns:a16="http://schemas.microsoft.com/office/drawing/2014/main" id="{DCCA0195-66AB-B084-AB7E-1573EECD8E5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262108"/>
                <a:ext cx="493713" cy="69850"/>
              </a:xfrm>
              <a:custGeom>
                <a:avLst/>
                <a:gdLst>
                  <a:gd name="T0" fmla="*/ 206 w 1036"/>
                  <a:gd name="T1" fmla="*/ 107 h 151"/>
                  <a:gd name="T2" fmla="*/ 432 w 1036"/>
                  <a:gd name="T3" fmla="*/ 106 h 151"/>
                  <a:gd name="T4" fmla="*/ 595 w 1036"/>
                  <a:gd name="T5" fmla="*/ 109 h 151"/>
                  <a:gd name="T6" fmla="*/ 712 w 1036"/>
                  <a:gd name="T7" fmla="*/ 146 h 151"/>
                  <a:gd name="T8" fmla="*/ 818 w 1036"/>
                  <a:gd name="T9" fmla="*/ 106 h 151"/>
                  <a:gd name="T10" fmla="*/ 993 w 1036"/>
                  <a:gd name="T11" fmla="*/ 111 h 151"/>
                  <a:gd name="T12" fmla="*/ 1029 w 1036"/>
                  <a:gd name="T13" fmla="*/ 101 h 151"/>
                  <a:gd name="T14" fmla="*/ 1020 w 1036"/>
                  <a:gd name="T15" fmla="*/ 65 h 151"/>
                  <a:gd name="T16" fmla="*/ 786 w 1036"/>
                  <a:gd name="T17" fmla="*/ 65 h 151"/>
                  <a:gd name="T18" fmla="*/ 622 w 1036"/>
                  <a:gd name="T19" fmla="*/ 64 h 151"/>
                  <a:gd name="T20" fmla="*/ 403 w 1036"/>
                  <a:gd name="T21" fmla="*/ 62 h 151"/>
                  <a:gd name="T22" fmla="*/ 232 w 1036"/>
                  <a:gd name="T23" fmla="*/ 61 h 151"/>
                  <a:gd name="T24" fmla="*/ 17 w 1036"/>
                  <a:gd name="T25" fmla="*/ 61 h 151"/>
                  <a:gd name="T26" fmla="*/ 7 w 1036"/>
                  <a:gd name="T27" fmla="*/ 97 h 151"/>
                  <a:gd name="T28" fmla="*/ 43 w 1036"/>
                  <a:gd name="T29" fmla="*/ 107 h 151"/>
                  <a:gd name="T30" fmla="*/ 206 w 1036"/>
                  <a:gd name="T31" fmla="*/ 10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206" y="107"/>
                    </a:move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1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6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7"/>
                    </a:cubicBezTo>
                    <a:cubicBezTo>
                      <a:pt x="44" y="106"/>
                      <a:pt x="125" y="60"/>
                      <a:pt x="206" y="107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pic>
            <p:nvPicPr>
              <p:cNvPr id="35" name="图片 33">
                <a:extLst>
                  <a:ext uri="{FF2B5EF4-FFF2-40B4-BE49-F238E27FC236}">
                    <a16:creationId xmlns:a16="http://schemas.microsoft.com/office/drawing/2014/main" id="{EE3C6D06-2153-FE72-7297-5216DAB43CB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20092"/>
              <a:stretch/>
            </p:blipFill>
            <p:spPr>
              <a:xfrm>
                <a:off x="2672184" y="4835524"/>
                <a:ext cx="493432" cy="393247"/>
              </a:xfrm>
              <a:prstGeom prst="rect">
                <a:avLst/>
              </a:prstGeom>
            </p:spPr>
          </p:pic>
        </p:grpSp>
        <p:grpSp>
          <p:nvGrpSpPr>
            <p:cNvPr id="12" name="组合 30">
              <a:extLst>
                <a:ext uri="{FF2B5EF4-FFF2-40B4-BE49-F238E27FC236}">
                  <a16:creationId xmlns:a16="http://schemas.microsoft.com/office/drawing/2014/main" id="{AADD9CD0-CBE9-CA8E-6D70-B2F75048FE5F}"/>
                </a:ext>
              </a:extLst>
            </p:cNvPr>
            <p:cNvGrpSpPr/>
            <p:nvPr/>
          </p:nvGrpSpPr>
          <p:grpSpPr>
            <a:xfrm>
              <a:off x="1007809" y="1908480"/>
              <a:ext cx="333355" cy="335097"/>
              <a:chOff x="2671763" y="4835524"/>
              <a:chExt cx="493853" cy="496434"/>
            </a:xfrm>
          </p:grpSpPr>
          <p:sp>
            <p:nvSpPr>
              <p:cNvPr id="30" name="Freeform 51">
                <a:extLst>
                  <a:ext uri="{FF2B5EF4-FFF2-40B4-BE49-F238E27FC236}">
                    <a16:creationId xmlns:a16="http://schemas.microsoft.com/office/drawing/2014/main" id="{0F2758CB-9774-DA0C-AE7C-D42CDB04BB6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193846"/>
                <a:ext cx="493713" cy="69850"/>
              </a:xfrm>
              <a:custGeom>
                <a:avLst/>
                <a:gdLst>
                  <a:gd name="T0" fmla="*/ 43 w 1036"/>
                  <a:gd name="T1" fmla="*/ 106 h 151"/>
                  <a:gd name="T2" fmla="*/ 206 w 1036"/>
                  <a:gd name="T3" fmla="*/ 106 h 151"/>
                  <a:gd name="T4" fmla="*/ 432 w 1036"/>
                  <a:gd name="T5" fmla="*/ 106 h 151"/>
                  <a:gd name="T6" fmla="*/ 595 w 1036"/>
                  <a:gd name="T7" fmla="*/ 109 h 151"/>
                  <a:gd name="T8" fmla="*/ 712 w 1036"/>
                  <a:gd name="T9" fmla="*/ 146 h 151"/>
                  <a:gd name="T10" fmla="*/ 818 w 1036"/>
                  <a:gd name="T11" fmla="*/ 106 h 151"/>
                  <a:gd name="T12" fmla="*/ 993 w 1036"/>
                  <a:gd name="T13" fmla="*/ 110 h 151"/>
                  <a:gd name="T14" fmla="*/ 1029 w 1036"/>
                  <a:gd name="T15" fmla="*/ 101 h 151"/>
                  <a:gd name="T16" fmla="*/ 1020 w 1036"/>
                  <a:gd name="T17" fmla="*/ 65 h 151"/>
                  <a:gd name="T18" fmla="*/ 786 w 1036"/>
                  <a:gd name="T19" fmla="*/ 65 h 151"/>
                  <a:gd name="T20" fmla="*/ 622 w 1036"/>
                  <a:gd name="T21" fmla="*/ 64 h 151"/>
                  <a:gd name="T22" fmla="*/ 403 w 1036"/>
                  <a:gd name="T23" fmla="*/ 62 h 151"/>
                  <a:gd name="T24" fmla="*/ 232 w 1036"/>
                  <a:gd name="T25" fmla="*/ 61 h 151"/>
                  <a:gd name="T26" fmla="*/ 17 w 1036"/>
                  <a:gd name="T27" fmla="*/ 61 h 151"/>
                  <a:gd name="T28" fmla="*/ 7 w 1036"/>
                  <a:gd name="T29" fmla="*/ 97 h 151"/>
                  <a:gd name="T30" fmla="*/ 43 w 1036"/>
                  <a:gd name="T31" fmla="*/ 10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43" y="106"/>
                    </a:moveTo>
                    <a:cubicBezTo>
                      <a:pt x="44" y="106"/>
                      <a:pt x="125" y="60"/>
                      <a:pt x="206" y="106"/>
                    </a:cubicBez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0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5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6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sp>
            <p:nvSpPr>
              <p:cNvPr id="31" name="Freeform 53">
                <a:extLst>
                  <a:ext uri="{FF2B5EF4-FFF2-40B4-BE49-F238E27FC236}">
                    <a16:creationId xmlns:a16="http://schemas.microsoft.com/office/drawing/2014/main" id="{9A93A694-9CA0-A87C-1E59-41D579A38CE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262108"/>
                <a:ext cx="493713" cy="69850"/>
              </a:xfrm>
              <a:custGeom>
                <a:avLst/>
                <a:gdLst>
                  <a:gd name="T0" fmla="*/ 206 w 1036"/>
                  <a:gd name="T1" fmla="*/ 107 h 151"/>
                  <a:gd name="T2" fmla="*/ 432 w 1036"/>
                  <a:gd name="T3" fmla="*/ 106 h 151"/>
                  <a:gd name="T4" fmla="*/ 595 w 1036"/>
                  <a:gd name="T5" fmla="*/ 109 h 151"/>
                  <a:gd name="T6" fmla="*/ 712 w 1036"/>
                  <a:gd name="T7" fmla="*/ 146 h 151"/>
                  <a:gd name="T8" fmla="*/ 818 w 1036"/>
                  <a:gd name="T9" fmla="*/ 106 h 151"/>
                  <a:gd name="T10" fmla="*/ 993 w 1036"/>
                  <a:gd name="T11" fmla="*/ 111 h 151"/>
                  <a:gd name="T12" fmla="*/ 1029 w 1036"/>
                  <a:gd name="T13" fmla="*/ 101 h 151"/>
                  <a:gd name="T14" fmla="*/ 1020 w 1036"/>
                  <a:gd name="T15" fmla="*/ 65 h 151"/>
                  <a:gd name="T16" fmla="*/ 786 w 1036"/>
                  <a:gd name="T17" fmla="*/ 65 h 151"/>
                  <a:gd name="T18" fmla="*/ 622 w 1036"/>
                  <a:gd name="T19" fmla="*/ 64 h 151"/>
                  <a:gd name="T20" fmla="*/ 403 w 1036"/>
                  <a:gd name="T21" fmla="*/ 62 h 151"/>
                  <a:gd name="T22" fmla="*/ 232 w 1036"/>
                  <a:gd name="T23" fmla="*/ 61 h 151"/>
                  <a:gd name="T24" fmla="*/ 17 w 1036"/>
                  <a:gd name="T25" fmla="*/ 61 h 151"/>
                  <a:gd name="T26" fmla="*/ 7 w 1036"/>
                  <a:gd name="T27" fmla="*/ 97 h 151"/>
                  <a:gd name="T28" fmla="*/ 43 w 1036"/>
                  <a:gd name="T29" fmla="*/ 107 h 151"/>
                  <a:gd name="T30" fmla="*/ 206 w 1036"/>
                  <a:gd name="T31" fmla="*/ 10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206" y="107"/>
                    </a:move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1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6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7"/>
                    </a:cubicBezTo>
                    <a:cubicBezTo>
                      <a:pt x="44" y="106"/>
                      <a:pt x="125" y="60"/>
                      <a:pt x="206" y="107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pic>
            <p:nvPicPr>
              <p:cNvPr id="32" name="图片 33">
                <a:extLst>
                  <a:ext uri="{FF2B5EF4-FFF2-40B4-BE49-F238E27FC236}">
                    <a16:creationId xmlns:a16="http://schemas.microsoft.com/office/drawing/2014/main" id="{AB336ACD-860D-37A7-CA87-A743BC8264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20092"/>
              <a:stretch/>
            </p:blipFill>
            <p:spPr>
              <a:xfrm>
                <a:off x="2672184" y="4835524"/>
                <a:ext cx="493432" cy="393247"/>
              </a:xfrm>
              <a:prstGeom prst="rect">
                <a:avLst/>
              </a:prstGeom>
            </p:spPr>
          </p:pic>
        </p:grpSp>
        <p:grpSp>
          <p:nvGrpSpPr>
            <p:cNvPr id="13" name="组合 30">
              <a:extLst>
                <a:ext uri="{FF2B5EF4-FFF2-40B4-BE49-F238E27FC236}">
                  <a16:creationId xmlns:a16="http://schemas.microsoft.com/office/drawing/2014/main" id="{019195C9-4CD7-88C3-811E-8ED2004EE210}"/>
                </a:ext>
              </a:extLst>
            </p:cNvPr>
            <p:cNvGrpSpPr/>
            <p:nvPr/>
          </p:nvGrpSpPr>
          <p:grpSpPr>
            <a:xfrm>
              <a:off x="1443957" y="1912068"/>
              <a:ext cx="333355" cy="335097"/>
              <a:chOff x="2671763" y="4835524"/>
              <a:chExt cx="493853" cy="496434"/>
            </a:xfrm>
          </p:grpSpPr>
          <p:sp>
            <p:nvSpPr>
              <p:cNvPr id="27" name="Freeform 51">
                <a:extLst>
                  <a:ext uri="{FF2B5EF4-FFF2-40B4-BE49-F238E27FC236}">
                    <a16:creationId xmlns:a16="http://schemas.microsoft.com/office/drawing/2014/main" id="{0EDD37FF-C497-1ECB-4784-79B5A0C5714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193846"/>
                <a:ext cx="493713" cy="69850"/>
              </a:xfrm>
              <a:custGeom>
                <a:avLst/>
                <a:gdLst>
                  <a:gd name="T0" fmla="*/ 43 w 1036"/>
                  <a:gd name="T1" fmla="*/ 106 h 151"/>
                  <a:gd name="T2" fmla="*/ 206 w 1036"/>
                  <a:gd name="T3" fmla="*/ 106 h 151"/>
                  <a:gd name="T4" fmla="*/ 432 w 1036"/>
                  <a:gd name="T5" fmla="*/ 106 h 151"/>
                  <a:gd name="T6" fmla="*/ 595 w 1036"/>
                  <a:gd name="T7" fmla="*/ 109 h 151"/>
                  <a:gd name="T8" fmla="*/ 712 w 1036"/>
                  <a:gd name="T9" fmla="*/ 146 h 151"/>
                  <a:gd name="T10" fmla="*/ 818 w 1036"/>
                  <a:gd name="T11" fmla="*/ 106 h 151"/>
                  <a:gd name="T12" fmla="*/ 993 w 1036"/>
                  <a:gd name="T13" fmla="*/ 110 h 151"/>
                  <a:gd name="T14" fmla="*/ 1029 w 1036"/>
                  <a:gd name="T15" fmla="*/ 101 h 151"/>
                  <a:gd name="T16" fmla="*/ 1020 w 1036"/>
                  <a:gd name="T17" fmla="*/ 65 h 151"/>
                  <a:gd name="T18" fmla="*/ 786 w 1036"/>
                  <a:gd name="T19" fmla="*/ 65 h 151"/>
                  <a:gd name="T20" fmla="*/ 622 w 1036"/>
                  <a:gd name="T21" fmla="*/ 64 h 151"/>
                  <a:gd name="T22" fmla="*/ 403 w 1036"/>
                  <a:gd name="T23" fmla="*/ 62 h 151"/>
                  <a:gd name="T24" fmla="*/ 232 w 1036"/>
                  <a:gd name="T25" fmla="*/ 61 h 151"/>
                  <a:gd name="T26" fmla="*/ 17 w 1036"/>
                  <a:gd name="T27" fmla="*/ 61 h 151"/>
                  <a:gd name="T28" fmla="*/ 7 w 1036"/>
                  <a:gd name="T29" fmla="*/ 97 h 151"/>
                  <a:gd name="T30" fmla="*/ 43 w 1036"/>
                  <a:gd name="T31" fmla="*/ 10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43" y="106"/>
                    </a:moveTo>
                    <a:cubicBezTo>
                      <a:pt x="44" y="106"/>
                      <a:pt x="125" y="60"/>
                      <a:pt x="206" y="106"/>
                    </a:cubicBez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0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5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6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sp>
            <p:nvSpPr>
              <p:cNvPr id="28" name="Freeform 53">
                <a:extLst>
                  <a:ext uri="{FF2B5EF4-FFF2-40B4-BE49-F238E27FC236}">
                    <a16:creationId xmlns:a16="http://schemas.microsoft.com/office/drawing/2014/main" id="{0E1AA8E3-6280-3A26-34B5-61C8B97A172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262108"/>
                <a:ext cx="493713" cy="69850"/>
              </a:xfrm>
              <a:custGeom>
                <a:avLst/>
                <a:gdLst>
                  <a:gd name="T0" fmla="*/ 206 w 1036"/>
                  <a:gd name="T1" fmla="*/ 107 h 151"/>
                  <a:gd name="T2" fmla="*/ 432 w 1036"/>
                  <a:gd name="T3" fmla="*/ 106 h 151"/>
                  <a:gd name="T4" fmla="*/ 595 w 1036"/>
                  <a:gd name="T5" fmla="*/ 109 h 151"/>
                  <a:gd name="T6" fmla="*/ 712 w 1036"/>
                  <a:gd name="T7" fmla="*/ 146 h 151"/>
                  <a:gd name="T8" fmla="*/ 818 w 1036"/>
                  <a:gd name="T9" fmla="*/ 106 h 151"/>
                  <a:gd name="T10" fmla="*/ 993 w 1036"/>
                  <a:gd name="T11" fmla="*/ 111 h 151"/>
                  <a:gd name="T12" fmla="*/ 1029 w 1036"/>
                  <a:gd name="T13" fmla="*/ 101 h 151"/>
                  <a:gd name="T14" fmla="*/ 1020 w 1036"/>
                  <a:gd name="T15" fmla="*/ 65 h 151"/>
                  <a:gd name="T16" fmla="*/ 786 w 1036"/>
                  <a:gd name="T17" fmla="*/ 65 h 151"/>
                  <a:gd name="T18" fmla="*/ 622 w 1036"/>
                  <a:gd name="T19" fmla="*/ 64 h 151"/>
                  <a:gd name="T20" fmla="*/ 403 w 1036"/>
                  <a:gd name="T21" fmla="*/ 62 h 151"/>
                  <a:gd name="T22" fmla="*/ 232 w 1036"/>
                  <a:gd name="T23" fmla="*/ 61 h 151"/>
                  <a:gd name="T24" fmla="*/ 17 w 1036"/>
                  <a:gd name="T25" fmla="*/ 61 h 151"/>
                  <a:gd name="T26" fmla="*/ 7 w 1036"/>
                  <a:gd name="T27" fmla="*/ 97 h 151"/>
                  <a:gd name="T28" fmla="*/ 43 w 1036"/>
                  <a:gd name="T29" fmla="*/ 107 h 151"/>
                  <a:gd name="T30" fmla="*/ 206 w 1036"/>
                  <a:gd name="T31" fmla="*/ 10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206" y="107"/>
                    </a:move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1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6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7"/>
                    </a:cubicBezTo>
                    <a:cubicBezTo>
                      <a:pt x="44" y="106"/>
                      <a:pt x="125" y="60"/>
                      <a:pt x="206" y="107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pic>
            <p:nvPicPr>
              <p:cNvPr id="29" name="图片 33">
                <a:extLst>
                  <a:ext uri="{FF2B5EF4-FFF2-40B4-BE49-F238E27FC236}">
                    <a16:creationId xmlns:a16="http://schemas.microsoft.com/office/drawing/2014/main" id="{48E571DF-915E-CF0C-30E2-B3623BD0DB8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20092"/>
              <a:stretch/>
            </p:blipFill>
            <p:spPr>
              <a:xfrm>
                <a:off x="2672184" y="4835524"/>
                <a:ext cx="493432" cy="393247"/>
              </a:xfrm>
              <a:prstGeom prst="rect">
                <a:avLst/>
              </a:prstGeom>
            </p:spPr>
          </p:pic>
        </p:grpSp>
        <p:grpSp>
          <p:nvGrpSpPr>
            <p:cNvPr id="14" name="组合 30">
              <a:extLst>
                <a:ext uri="{FF2B5EF4-FFF2-40B4-BE49-F238E27FC236}">
                  <a16:creationId xmlns:a16="http://schemas.microsoft.com/office/drawing/2014/main" id="{73F38EAF-2966-287E-7EEA-C8C885CF3364}"/>
                </a:ext>
              </a:extLst>
            </p:cNvPr>
            <p:cNvGrpSpPr/>
            <p:nvPr/>
          </p:nvGrpSpPr>
          <p:grpSpPr>
            <a:xfrm>
              <a:off x="548702" y="2289655"/>
              <a:ext cx="333355" cy="335097"/>
              <a:chOff x="2671763" y="4835524"/>
              <a:chExt cx="493853" cy="496434"/>
            </a:xfrm>
          </p:grpSpPr>
          <p:sp>
            <p:nvSpPr>
              <p:cNvPr id="24" name="Freeform 51">
                <a:extLst>
                  <a:ext uri="{FF2B5EF4-FFF2-40B4-BE49-F238E27FC236}">
                    <a16:creationId xmlns:a16="http://schemas.microsoft.com/office/drawing/2014/main" id="{B152079A-28B2-23D7-9093-96793D5219D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193846"/>
                <a:ext cx="493713" cy="69850"/>
              </a:xfrm>
              <a:custGeom>
                <a:avLst/>
                <a:gdLst>
                  <a:gd name="T0" fmla="*/ 43 w 1036"/>
                  <a:gd name="T1" fmla="*/ 106 h 151"/>
                  <a:gd name="T2" fmla="*/ 206 w 1036"/>
                  <a:gd name="T3" fmla="*/ 106 h 151"/>
                  <a:gd name="T4" fmla="*/ 432 w 1036"/>
                  <a:gd name="T5" fmla="*/ 106 h 151"/>
                  <a:gd name="T6" fmla="*/ 595 w 1036"/>
                  <a:gd name="T7" fmla="*/ 109 h 151"/>
                  <a:gd name="T8" fmla="*/ 712 w 1036"/>
                  <a:gd name="T9" fmla="*/ 146 h 151"/>
                  <a:gd name="T10" fmla="*/ 818 w 1036"/>
                  <a:gd name="T11" fmla="*/ 106 h 151"/>
                  <a:gd name="T12" fmla="*/ 993 w 1036"/>
                  <a:gd name="T13" fmla="*/ 110 h 151"/>
                  <a:gd name="T14" fmla="*/ 1029 w 1036"/>
                  <a:gd name="T15" fmla="*/ 101 h 151"/>
                  <a:gd name="T16" fmla="*/ 1020 w 1036"/>
                  <a:gd name="T17" fmla="*/ 65 h 151"/>
                  <a:gd name="T18" fmla="*/ 786 w 1036"/>
                  <a:gd name="T19" fmla="*/ 65 h 151"/>
                  <a:gd name="T20" fmla="*/ 622 w 1036"/>
                  <a:gd name="T21" fmla="*/ 64 h 151"/>
                  <a:gd name="T22" fmla="*/ 403 w 1036"/>
                  <a:gd name="T23" fmla="*/ 62 h 151"/>
                  <a:gd name="T24" fmla="*/ 232 w 1036"/>
                  <a:gd name="T25" fmla="*/ 61 h 151"/>
                  <a:gd name="T26" fmla="*/ 17 w 1036"/>
                  <a:gd name="T27" fmla="*/ 61 h 151"/>
                  <a:gd name="T28" fmla="*/ 7 w 1036"/>
                  <a:gd name="T29" fmla="*/ 97 h 151"/>
                  <a:gd name="T30" fmla="*/ 43 w 1036"/>
                  <a:gd name="T31" fmla="*/ 10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43" y="106"/>
                    </a:moveTo>
                    <a:cubicBezTo>
                      <a:pt x="44" y="106"/>
                      <a:pt x="125" y="60"/>
                      <a:pt x="206" y="106"/>
                    </a:cubicBez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0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5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6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sp>
            <p:nvSpPr>
              <p:cNvPr id="25" name="Freeform 53">
                <a:extLst>
                  <a:ext uri="{FF2B5EF4-FFF2-40B4-BE49-F238E27FC236}">
                    <a16:creationId xmlns:a16="http://schemas.microsoft.com/office/drawing/2014/main" id="{5ED9768E-AADE-55C5-5066-F31D389441D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262108"/>
                <a:ext cx="493713" cy="69850"/>
              </a:xfrm>
              <a:custGeom>
                <a:avLst/>
                <a:gdLst>
                  <a:gd name="T0" fmla="*/ 206 w 1036"/>
                  <a:gd name="T1" fmla="*/ 107 h 151"/>
                  <a:gd name="T2" fmla="*/ 432 w 1036"/>
                  <a:gd name="T3" fmla="*/ 106 h 151"/>
                  <a:gd name="T4" fmla="*/ 595 w 1036"/>
                  <a:gd name="T5" fmla="*/ 109 h 151"/>
                  <a:gd name="T6" fmla="*/ 712 w 1036"/>
                  <a:gd name="T7" fmla="*/ 146 h 151"/>
                  <a:gd name="T8" fmla="*/ 818 w 1036"/>
                  <a:gd name="T9" fmla="*/ 106 h 151"/>
                  <a:gd name="T10" fmla="*/ 993 w 1036"/>
                  <a:gd name="T11" fmla="*/ 111 h 151"/>
                  <a:gd name="T12" fmla="*/ 1029 w 1036"/>
                  <a:gd name="T13" fmla="*/ 101 h 151"/>
                  <a:gd name="T14" fmla="*/ 1020 w 1036"/>
                  <a:gd name="T15" fmla="*/ 65 h 151"/>
                  <a:gd name="T16" fmla="*/ 786 w 1036"/>
                  <a:gd name="T17" fmla="*/ 65 h 151"/>
                  <a:gd name="T18" fmla="*/ 622 w 1036"/>
                  <a:gd name="T19" fmla="*/ 64 h 151"/>
                  <a:gd name="T20" fmla="*/ 403 w 1036"/>
                  <a:gd name="T21" fmla="*/ 62 h 151"/>
                  <a:gd name="T22" fmla="*/ 232 w 1036"/>
                  <a:gd name="T23" fmla="*/ 61 h 151"/>
                  <a:gd name="T24" fmla="*/ 17 w 1036"/>
                  <a:gd name="T25" fmla="*/ 61 h 151"/>
                  <a:gd name="T26" fmla="*/ 7 w 1036"/>
                  <a:gd name="T27" fmla="*/ 97 h 151"/>
                  <a:gd name="T28" fmla="*/ 43 w 1036"/>
                  <a:gd name="T29" fmla="*/ 107 h 151"/>
                  <a:gd name="T30" fmla="*/ 206 w 1036"/>
                  <a:gd name="T31" fmla="*/ 10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206" y="107"/>
                    </a:move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1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6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7"/>
                    </a:cubicBezTo>
                    <a:cubicBezTo>
                      <a:pt x="44" y="106"/>
                      <a:pt x="125" y="60"/>
                      <a:pt x="206" y="107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pic>
            <p:nvPicPr>
              <p:cNvPr id="26" name="图片 33">
                <a:extLst>
                  <a:ext uri="{FF2B5EF4-FFF2-40B4-BE49-F238E27FC236}">
                    <a16:creationId xmlns:a16="http://schemas.microsoft.com/office/drawing/2014/main" id="{8BD94CC5-0108-BC62-9D21-2DFB1E5CD7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20092"/>
              <a:stretch/>
            </p:blipFill>
            <p:spPr>
              <a:xfrm>
                <a:off x="2672184" y="4835524"/>
                <a:ext cx="493432" cy="393247"/>
              </a:xfrm>
              <a:prstGeom prst="rect">
                <a:avLst/>
              </a:prstGeom>
            </p:spPr>
          </p:pic>
        </p:grpSp>
        <p:grpSp>
          <p:nvGrpSpPr>
            <p:cNvPr id="15" name="组合 30">
              <a:extLst>
                <a:ext uri="{FF2B5EF4-FFF2-40B4-BE49-F238E27FC236}">
                  <a16:creationId xmlns:a16="http://schemas.microsoft.com/office/drawing/2014/main" id="{878514FD-4B9A-2690-C481-2D2C06AD7A01}"/>
                </a:ext>
              </a:extLst>
            </p:cNvPr>
            <p:cNvGrpSpPr/>
            <p:nvPr/>
          </p:nvGrpSpPr>
          <p:grpSpPr>
            <a:xfrm>
              <a:off x="1007714" y="2289655"/>
              <a:ext cx="333355" cy="335097"/>
              <a:chOff x="2671763" y="4835524"/>
              <a:chExt cx="493853" cy="496434"/>
            </a:xfrm>
          </p:grpSpPr>
          <p:sp>
            <p:nvSpPr>
              <p:cNvPr id="21" name="Freeform 51">
                <a:extLst>
                  <a:ext uri="{FF2B5EF4-FFF2-40B4-BE49-F238E27FC236}">
                    <a16:creationId xmlns:a16="http://schemas.microsoft.com/office/drawing/2014/main" id="{ADC29379-0493-0704-25AF-E460E0877EF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193846"/>
                <a:ext cx="493713" cy="69850"/>
              </a:xfrm>
              <a:custGeom>
                <a:avLst/>
                <a:gdLst>
                  <a:gd name="T0" fmla="*/ 43 w 1036"/>
                  <a:gd name="T1" fmla="*/ 106 h 151"/>
                  <a:gd name="T2" fmla="*/ 206 w 1036"/>
                  <a:gd name="T3" fmla="*/ 106 h 151"/>
                  <a:gd name="T4" fmla="*/ 432 w 1036"/>
                  <a:gd name="T5" fmla="*/ 106 h 151"/>
                  <a:gd name="T6" fmla="*/ 595 w 1036"/>
                  <a:gd name="T7" fmla="*/ 109 h 151"/>
                  <a:gd name="T8" fmla="*/ 712 w 1036"/>
                  <a:gd name="T9" fmla="*/ 146 h 151"/>
                  <a:gd name="T10" fmla="*/ 818 w 1036"/>
                  <a:gd name="T11" fmla="*/ 106 h 151"/>
                  <a:gd name="T12" fmla="*/ 993 w 1036"/>
                  <a:gd name="T13" fmla="*/ 110 h 151"/>
                  <a:gd name="T14" fmla="*/ 1029 w 1036"/>
                  <a:gd name="T15" fmla="*/ 101 h 151"/>
                  <a:gd name="T16" fmla="*/ 1020 w 1036"/>
                  <a:gd name="T17" fmla="*/ 65 h 151"/>
                  <a:gd name="T18" fmla="*/ 786 w 1036"/>
                  <a:gd name="T19" fmla="*/ 65 h 151"/>
                  <a:gd name="T20" fmla="*/ 622 w 1036"/>
                  <a:gd name="T21" fmla="*/ 64 h 151"/>
                  <a:gd name="T22" fmla="*/ 403 w 1036"/>
                  <a:gd name="T23" fmla="*/ 62 h 151"/>
                  <a:gd name="T24" fmla="*/ 232 w 1036"/>
                  <a:gd name="T25" fmla="*/ 61 h 151"/>
                  <a:gd name="T26" fmla="*/ 17 w 1036"/>
                  <a:gd name="T27" fmla="*/ 61 h 151"/>
                  <a:gd name="T28" fmla="*/ 7 w 1036"/>
                  <a:gd name="T29" fmla="*/ 97 h 151"/>
                  <a:gd name="T30" fmla="*/ 43 w 1036"/>
                  <a:gd name="T31" fmla="*/ 10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43" y="106"/>
                    </a:moveTo>
                    <a:cubicBezTo>
                      <a:pt x="44" y="106"/>
                      <a:pt x="125" y="60"/>
                      <a:pt x="206" y="106"/>
                    </a:cubicBez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0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5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6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sp>
            <p:nvSpPr>
              <p:cNvPr id="22" name="Freeform 53">
                <a:extLst>
                  <a:ext uri="{FF2B5EF4-FFF2-40B4-BE49-F238E27FC236}">
                    <a16:creationId xmlns:a16="http://schemas.microsoft.com/office/drawing/2014/main" id="{A49708DF-C68B-C8E7-0F7A-9F94D1F4782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262108"/>
                <a:ext cx="493713" cy="69850"/>
              </a:xfrm>
              <a:custGeom>
                <a:avLst/>
                <a:gdLst>
                  <a:gd name="T0" fmla="*/ 206 w 1036"/>
                  <a:gd name="T1" fmla="*/ 107 h 151"/>
                  <a:gd name="T2" fmla="*/ 432 w 1036"/>
                  <a:gd name="T3" fmla="*/ 106 h 151"/>
                  <a:gd name="T4" fmla="*/ 595 w 1036"/>
                  <a:gd name="T5" fmla="*/ 109 h 151"/>
                  <a:gd name="T6" fmla="*/ 712 w 1036"/>
                  <a:gd name="T7" fmla="*/ 146 h 151"/>
                  <a:gd name="T8" fmla="*/ 818 w 1036"/>
                  <a:gd name="T9" fmla="*/ 106 h 151"/>
                  <a:gd name="T10" fmla="*/ 993 w 1036"/>
                  <a:gd name="T11" fmla="*/ 111 h 151"/>
                  <a:gd name="T12" fmla="*/ 1029 w 1036"/>
                  <a:gd name="T13" fmla="*/ 101 h 151"/>
                  <a:gd name="T14" fmla="*/ 1020 w 1036"/>
                  <a:gd name="T15" fmla="*/ 65 h 151"/>
                  <a:gd name="T16" fmla="*/ 786 w 1036"/>
                  <a:gd name="T17" fmla="*/ 65 h 151"/>
                  <a:gd name="T18" fmla="*/ 622 w 1036"/>
                  <a:gd name="T19" fmla="*/ 64 h 151"/>
                  <a:gd name="T20" fmla="*/ 403 w 1036"/>
                  <a:gd name="T21" fmla="*/ 62 h 151"/>
                  <a:gd name="T22" fmla="*/ 232 w 1036"/>
                  <a:gd name="T23" fmla="*/ 61 h 151"/>
                  <a:gd name="T24" fmla="*/ 17 w 1036"/>
                  <a:gd name="T25" fmla="*/ 61 h 151"/>
                  <a:gd name="T26" fmla="*/ 7 w 1036"/>
                  <a:gd name="T27" fmla="*/ 97 h 151"/>
                  <a:gd name="T28" fmla="*/ 43 w 1036"/>
                  <a:gd name="T29" fmla="*/ 107 h 151"/>
                  <a:gd name="T30" fmla="*/ 206 w 1036"/>
                  <a:gd name="T31" fmla="*/ 10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206" y="107"/>
                    </a:move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1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6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7"/>
                    </a:cubicBezTo>
                    <a:cubicBezTo>
                      <a:pt x="44" y="106"/>
                      <a:pt x="125" y="60"/>
                      <a:pt x="206" y="107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pic>
            <p:nvPicPr>
              <p:cNvPr id="23" name="图片 33">
                <a:extLst>
                  <a:ext uri="{FF2B5EF4-FFF2-40B4-BE49-F238E27FC236}">
                    <a16:creationId xmlns:a16="http://schemas.microsoft.com/office/drawing/2014/main" id="{6626815B-0185-98CB-4F27-BD2BECB269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20092"/>
              <a:stretch/>
            </p:blipFill>
            <p:spPr>
              <a:xfrm>
                <a:off x="2672184" y="4835524"/>
                <a:ext cx="493432" cy="393247"/>
              </a:xfrm>
              <a:prstGeom prst="rect">
                <a:avLst/>
              </a:prstGeom>
            </p:spPr>
          </p:pic>
        </p:grpSp>
        <p:grpSp>
          <p:nvGrpSpPr>
            <p:cNvPr id="16" name="组合 30">
              <a:extLst>
                <a:ext uri="{FF2B5EF4-FFF2-40B4-BE49-F238E27FC236}">
                  <a16:creationId xmlns:a16="http://schemas.microsoft.com/office/drawing/2014/main" id="{3521784B-77CA-E6AF-ED85-16C745888721}"/>
                </a:ext>
              </a:extLst>
            </p:cNvPr>
            <p:cNvGrpSpPr/>
            <p:nvPr/>
          </p:nvGrpSpPr>
          <p:grpSpPr>
            <a:xfrm>
              <a:off x="548607" y="2670830"/>
              <a:ext cx="333355" cy="335097"/>
              <a:chOff x="2671763" y="4835524"/>
              <a:chExt cx="493853" cy="496434"/>
            </a:xfrm>
          </p:grpSpPr>
          <p:sp>
            <p:nvSpPr>
              <p:cNvPr id="18" name="Freeform 51">
                <a:extLst>
                  <a:ext uri="{FF2B5EF4-FFF2-40B4-BE49-F238E27FC236}">
                    <a16:creationId xmlns:a16="http://schemas.microsoft.com/office/drawing/2014/main" id="{6293D865-7064-9B9E-A37E-86AB4A193E2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193846"/>
                <a:ext cx="493713" cy="69850"/>
              </a:xfrm>
              <a:custGeom>
                <a:avLst/>
                <a:gdLst>
                  <a:gd name="T0" fmla="*/ 43 w 1036"/>
                  <a:gd name="T1" fmla="*/ 106 h 151"/>
                  <a:gd name="T2" fmla="*/ 206 w 1036"/>
                  <a:gd name="T3" fmla="*/ 106 h 151"/>
                  <a:gd name="T4" fmla="*/ 432 w 1036"/>
                  <a:gd name="T5" fmla="*/ 106 h 151"/>
                  <a:gd name="T6" fmla="*/ 595 w 1036"/>
                  <a:gd name="T7" fmla="*/ 109 h 151"/>
                  <a:gd name="T8" fmla="*/ 712 w 1036"/>
                  <a:gd name="T9" fmla="*/ 146 h 151"/>
                  <a:gd name="T10" fmla="*/ 818 w 1036"/>
                  <a:gd name="T11" fmla="*/ 106 h 151"/>
                  <a:gd name="T12" fmla="*/ 993 w 1036"/>
                  <a:gd name="T13" fmla="*/ 110 h 151"/>
                  <a:gd name="T14" fmla="*/ 1029 w 1036"/>
                  <a:gd name="T15" fmla="*/ 101 h 151"/>
                  <a:gd name="T16" fmla="*/ 1020 w 1036"/>
                  <a:gd name="T17" fmla="*/ 65 h 151"/>
                  <a:gd name="T18" fmla="*/ 786 w 1036"/>
                  <a:gd name="T19" fmla="*/ 65 h 151"/>
                  <a:gd name="T20" fmla="*/ 622 w 1036"/>
                  <a:gd name="T21" fmla="*/ 64 h 151"/>
                  <a:gd name="T22" fmla="*/ 403 w 1036"/>
                  <a:gd name="T23" fmla="*/ 62 h 151"/>
                  <a:gd name="T24" fmla="*/ 232 w 1036"/>
                  <a:gd name="T25" fmla="*/ 61 h 151"/>
                  <a:gd name="T26" fmla="*/ 17 w 1036"/>
                  <a:gd name="T27" fmla="*/ 61 h 151"/>
                  <a:gd name="T28" fmla="*/ 7 w 1036"/>
                  <a:gd name="T29" fmla="*/ 97 h 151"/>
                  <a:gd name="T30" fmla="*/ 43 w 1036"/>
                  <a:gd name="T31" fmla="*/ 10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43" y="106"/>
                    </a:moveTo>
                    <a:cubicBezTo>
                      <a:pt x="44" y="106"/>
                      <a:pt x="125" y="60"/>
                      <a:pt x="206" y="106"/>
                    </a:cubicBez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0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5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6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sp>
            <p:nvSpPr>
              <p:cNvPr id="19" name="Freeform 53">
                <a:extLst>
                  <a:ext uri="{FF2B5EF4-FFF2-40B4-BE49-F238E27FC236}">
                    <a16:creationId xmlns:a16="http://schemas.microsoft.com/office/drawing/2014/main" id="{D63C88E8-C973-308D-F520-125A17422EA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71763" y="5262108"/>
                <a:ext cx="493713" cy="69850"/>
              </a:xfrm>
              <a:custGeom>
                <a:avLst/>
                <a:gdLst>
                  <a:gd name="T0" fmla="*/ 206 w 1036"/>
                  <a:gd name="T1" fmla="*/ 107 h 151"/>
                  <a:gd name="T2" fmla="*/ 432 w 1036"/>
                  <a:gd name="T3" fmla="*/ 106 h 151"/>
                  <a:gd name="T4" fmla="*/ 595 w 1036"/>
                  <a:gd name="T5" fmla="*/ 109 h 151"/>
                  <a:gd name="T6" fmla="*/ 712 w 1036"/>
                  <a:gd name="T7" fmla="*/ 146 h 151"/>
                  <a:gd name="T8" fmla="*/ 818 w 1036"/>
                  <a:gd name="T9" fmla="*/ 106 h 151"/>
                  <a:gd name="T10" fmla="*/ 993 w 1036"/>
                  <a:gd name="T11" fmla="*/ 111 h 151"/>
                  <a:gd name="T12" fmla="*/ 1029 w 1036"/>
                  <a:gd name="T13" fmla="*/ 101 h 151"/>
                  <a:gd name="T14" fmla="*/ 1020 w 1036"/>
                  <a:gd name="T15" fmla="*/ 65 h 151"/>
                  <a:gd name="T16" fmla="*/ 786 w 1036"/>
                  <a:gd name="T17" fmla="*/ 65 h 151"/>
                  <a:gd name="T18" fmla="*/ 622 w 1036"/>
                  <a:gd name="T19" fmla="*/ 64 h 151"/>
                  <a:gd name="T20" fmla="*/ 403 w 1036"/>
                  <a:gd name="T21" fmla="*/ 62 h 151"/>
                  <a:gd name="T22" fmla="*/ 232 w 1036"/>
                  <a:gd name="T23" fmla="*/ 61 h 151"/>
                  <a:gd name="T24" fmla="*/ 17 w 1036"/>
                  <a:gd name="T25" fmla="*/ 61 h 151"/>
                  <a:gd name="T26" fmla="*/ 7 w 1036"/>
                  <a:gd name="T27" fmla="*/ 97 h 151"/>
                  <a:gd name="T28" fmla="*/ 43 w 1036"/>
                  <a:gd name="T29" fmla="*/ 107 h 151"/>
                  <a:gd name="T30" fmla="*/ 206 w 1036"/>
                  <a:gd name="T31" fmla="*/ 10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36" h="151">
                    <a:moveTo>
                      <a:pt x="206" y="107"/>
                    </a:moveTo>
                    <a:cubicBezTo>
                      <a:pt x="284" y="151"/>
                      <a:pt x="362" y="151"/>
                      <a:pt x="432" y="106"/>
                    </a:cubicBezTo>
                    <a:cubicBezTo>
                      <a:pt x="449" y="94"/>
                      <a:pt x="512" y="61"/>
                      <a:pt x="595" y="109"/>
                    </a:cubicBezTo>
                    <a:cubicBezTo>
                      <a:pt x="638" y="134"/>
                      <a:pt x="676" y="146"/>
                      <a:pt x="712" y="146"/>
                    </a:cubicBezTo>
                    <a:cubicBezTo>
                      <a:pt x="749" y="146"/>
                      <a:pt x="783" y="133"/>
                      <a:pt x="818" y="106"/>
                    </a:cubicBezTo>
                    <a:cubicBezTo>
                      <a:pt x="861" y="73"/>
                      <a:pt x="933" y="75"/>
                      <a:pt x="993" y="111"/>
                    </a:cubicBezTo>
                    <a:cubicBezTo>
                      <a:pt x="1005" y="118"/>
                      <a:pt x="1022" y="114"/>
                      <a:pt x="1029" y="101"/>
                    </a:cubicBezTo>
                    <a:cubicBezTo>
                      <a:pt x="1036" y="89"/>
                      <a:pt x="1032" y="73"/>
                      <a:pt x="1020" y="65"/>
                    </a:cubicBezTo>
                    <a:cubicBezTo>
                      <a:pt x="941" y="18"/>
                      <a:pt x="847" y="18"/>
                      <a:pt x="786" y="65"/>
                    </a:cubicBezTo>
                    <a:cubicBezTo>
                      <a:pt x="744" y="97"/>
                      <a:pt x="700" y="109"/>
                      <a:pt x="622" y="64"/>
                    </a:cubicBezTo>
                    <a:cubicBezTo>
                      <a:pt x="512" y="1"/>
                      <a:pt x="427" y="46"/>
                      <a:pt x="403" y="62"/>
                    </a:cubicBezTo>
                    <a:cubicBezTo>
                      <a:pt x="350" y="96"/>
                      <a:pt x="293" y="96"/>
                      <a:pt x="232" y="61"/>
                    </a:cubicBezTo>
                    <a:cubicBezTo>
                      <a:pt x="126" y="0"/>
                      <a:pt x="21" y="58"/>
                      <a:pt x="17" y="61"/>
                    </a:cubicBezTo>
                    <a:cubicBezTo>
                      <a:pt x="4" y="68"/>
                      <a:pt x="0" y="84"/>
                      <a:pt x="7" y="97"/>
                    </a:cubicBezTo>
                    <a:cubicBezTo>
                      <a:pt x="14" y="109"/>
                      <a:pt x="30" y="114"/>
                      <a:pt x="43" y="107"/>
                    </a:cubicBezTo>
                    <a:cubicBezTo>
                      <a:pt x="44" y="106"/>
                      <a:pt x="125" y="60"/>
                      <a:pt x="206" y="107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Calibri" panose="020F0502020204030204" pitchFamily="34" charset="0"/>
                </a:endParaRPr>
              </a:p>
            </p:txBody>
          </p:sp>
          <p:pic>
            <p:nvPicPr>
              <p:cNvPr id="20" name="图片 33">
                <a:extLst>
                  <a:ext uri="{FF2B5EF4-FFF2-40B4-BE49-F238E27FC236}">
                    <a16:creationId xmlns:a16="http://schemas.microsoft.com/office/drawing/2014/main" id="{0B8B92D6-FC6B-5261-29A9-15284801878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20092"/>
              <a:stretch/>
            </p:blipFill>
            <p:spPr>
              <a:xfrm>
                <a:off x="2672184" y="4835524"/>
                <a:ext cx="493432" cy="393247"/>
              </a:xfrm>
              <a:prstGeom prst="rect">
                <a:avLst/>
              </a:prstGeom>
            </p:spPr>
          </p:pic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510F7A-1C84-E6B0-E74E-6390E52C791D}"/>
                </a:ext>
              </a:extLst>
            </p:cNvPr>
            <p:cNvSpPr txBox="1"/>
            <p:nvPr/>
          </p:nvSpPr>
          <p:spPr>
            <a:xfrm>
              <a:off x="548607" y="1462526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…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B7AE11F-A1D5-2D67-79EE-526D7272332C}"/>
              </a:ext>
            </a:extLst>
          </p:cNvPr>
          <p:cNvGrpSpPr/>
          <p:nvPr/>
        </p:nvGrpSpPr>
        <p:grpSpPr>
          <a:xfrm>
            <a:off x="5774351" y="1116287"/>
            <a:ext cx="535962" cy="414857"/>
            <a:chOff x="5774351" y="982937"/>
            <a:chExt cx="535962" cy="414857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ACF535D-4FB4-C4F2-7F6B-84C6979C5BBD}"/>
                </a:ext>
              </a:extLst>
            </p:cNvPr>
            <p:cNvSpPr/>
            <p:nvPr/>
          </p:nvSpPr>
          <p:spPr>
            <a:xfrm>
              <a:off x="5774351" y="1232458"/>
              <a:ext cx="535962" cy="16533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Freeform 55">
              <a:extLst>
                <a:ext uri="{FF2B5EF4-FFF2-40B4-BE49-F238E27FC236}">
                  <a16:creationId xmlns:a16="http://schemas.microsoft.com/office/drawing/2014/main" id="{D6682503-84B2-EE07-491C-5CCE8D547D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75702" y="982937"/>
              <a:ext cx="333260" cy="332189"/>
            </a:xfrm>
            <a:custGeom>
              <a:avLst/>
              <a:gdLst>
                <a:gd name="T0" fmla="*/ 42 w 131"/>
                <a:gd name="T1" fmla="*/ 38 h 131"/>
                <a:gd name="T2" fmla="*/ 71 w 131"/>
                <a:gd name="T3" fmla="*/ 55 h 131"/>
                <a:gd name="T4" fmla="*/ 44 w 131"/>
                <a:gd name="T5" fmla="*/ 50 h 131"/>
                <a:gd name="T6" fmla="*/ 41 w 131"/>
                <a:gd name="T7" fmla="*/ 42 h 131"/>
                <a:gd name="T8" fmla="*/ 34 w 131"/>
                <a:gd name="T9" fmla="*/ 42 h 131"/>
                <a:gd name="T10" fmla="*/ 4 w 131"/>
                <a:gd name="T11" fmla="*/ 53 h 131"/>
                <a:gd name="T12" fmla="*/ 28 w 131"/>
                <a:gd name="T13" fmla="*/ 41 h 131"/>
                <a:gd name="T14" fmla="*/ 33 w 131"/>
                <a:gd name="T15" fmla="*/ 38 h 131"/>
                <a:gd name="T16" fmla="*/ 36 w 131"/>
                <a:gd name="T17" fmla="*/ 0 h 131"/>
                <a:gd name="T18" fmla="*/ 45 w 131"/>
                <a:gd name="T19" fmla="*/ 27 h 131"/>
                <a:gd name="T20" fmla="*/ 39 w 131"/>
                <a:gd name="T21" fmla="*/ 33 h 131"/>
                <a:gd name="T22" fmla="*/ 106 w 131"/>
                <a:gd name="T23" fmla="*/ 38 h 131"/>
                <a:gd name="T24" fmla="*/ 105 w 131"/>
                <a:gd name="T25" fmla="*/ 43 h 131"/>
                <a:gd name="T26" fmla="*/ 100 w 131"/>
                <a:gd name="T27" fmla="*/ 36 h 131"/>
                <a:gd name="T28" fmla="*/ 48 w 131"/>
                <a:gd name="T29" fmla="*/ 16 h 131"/>
                <a:gd name="T30" fmla="*/ 67 w 131"/>
                <a:gd name="T31" fmla="*/ 46 h 131"/>
                <a:gd name="T32" fmla="*/ 47 w 131"/>
                <a:gd name="T33" fmla="*/ 9 h 131"/>
                <a:gd name="T34" fmla="*/ 0 w 131"/>
                <a:gd name="T35" fmla="*/ 131 h 131"/>
                <a:gd name="T36" fmla="*/ 131 w 131"/>
                <a:gd name="T37" fmla="*/ 106 h 131"/>
                <a:gd name="T38" fmla="*/ 95 w 131"/>
                <a:gd name="T39" fmla="*/ 63 h 131"/>
                <a:gd name="T40" fmla="*/ 91 w 131"/>
                <a:gd name="T41" fmla="*/ 63 h 131"/>
                <a:gd name="T42" fmla="*/ 44 w 131"/>
                <a:gd name="T43" fmla="*/ 106 h 131"/>
                <a:gd name="T44" fmla="*/ 38 w 131"/>
                <a:gd name="T45" fmla="*/ 47 h 131"/>
                <a:gd name="T46" fmla="*/ 30 w 131"/>
                <a:gd name="T47" fmla="*/ 106 h 131"/>
                <a:gd name="T48" fmla="*/ 7 w 131"/>
                <a:gd name="T49" fmla="*/ 44 h 131"/>
                <a:gd name="T50" fmla="*/ 13 w 131"/>
                <a:gd name="T51" fmla="*/ 35 h 131"/>
                <a:gd name="T52" fmla="*/ 6 w 131"/>
                <a:gd name="T53" fmla="*/ 36 h 131"/>
                <a:gd name="T54" fmla="*/ 70 w 131"/>
                <a:gd name="T55" fmla="*/ 72 h 131"/>
                <a:gd name="T56" fmla="*/ 93 w 131"/>
                <a:gd name="T57" fmla="*/ 60 h 131"/>
                <a:gd name="T58" fmla="*/ 99 w 131"/>
                <a:gd name="T59" fmla="*/ 61 h 131"/>
                <a:gd name="T60" fmla="*/ 115 w 131"/>
                <a:gd name="T61" fmla="*/ 72 h 131"/>
                <a:gd name="T62" fmla="*/ 97 w 131"/>
                <a:gd name="T63" fmla="*/ 57 h 131"/>
                <a:gd name="T64" fmla="*/ 94 w 131"/>
                <a:gd name="T65" fmla="*/ 53 h 131"/>
                <a:gd name="T66" fmla="*/ 99 w 131"/>
                <a:gd name="T67" fmla="*/ 48 h 131"/>
                <a:gd name="T68" fmla="*/ 92 w 131"/>
                <a:gd name="T69" fmla="*/ 29 h 131"/>
                <a:gd name="T70" fmla="*/ 89 w 131"/>
                <a:gd name="T71" fmla="*/ 57 h 131"/>
                <a:gd name="T72" fmla="*/ 86 w 131"/>
                <a:gd name="T73" fmla="*/ 59 h 131"/>
                <a:gd name="T74" fmla="*/ 69 w 131"/>
                <a:gd name="T75" fmla="*/ 68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1" h="131">
                  <a:moveTo>
                    <a:pt x="39" y="33"/>
                  </a:moveTo>
                  <a:cubicBezTo>
                    <a:pt x="41" y="34"/>
                    <a:pt x="42" y="36"/>
                    <a:pt x="42" y="38"/>
                  </a:cubicBezTo>
                  <a:cubicBezTo>
                    <a:pt x="42" y="38"/>
                    <a:pt x="42" y="39"/>
                    <a:pt x="42" y="39"/>
                  </a:cubicBezTo>
                  <a:cubicBezTo>
                    <a:pt x="71" y="55"/>
                    <a:pt x="71" y="55"/>
                    <a:pt x="71" y="55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0" y="42"/>
                    <a:pt x="39" y="43"/>
                    <a:pt x="38" y="43"/>
                  </a:cubicBezTo>
                  <a:cubicBezTo>
                    <a:pt x="36" y="43"/>
                    <a:pt x="35" y="43"/>
                    <a:pt x="34" y="42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8"/>
                    <a:pt x="33" y="38"/>
                  </a:cubicBezTo>
                  <a:cubicBezTo>
                    <a:pt x="33" y="36"/>
                    <a:pt x="34" y="34"/>
                    <a:pt x="36" y="33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39" y="33"/>
                    <a:pt x="39" y="33"/>
                    <a:pt x="39" y="33"/>
                  </a:cubicBezTo>
                  <a:close/>
                  <a:moveTo>
                    <a:pt x="100" y="36"/>
                  </a:moveTo>
                  <a:cubicBezTo>
                    <a:pt x="102" y="36"/>
                    <a:pt x="104" y="37"/>
                    <a:pt x="106" y="38"/>
                  </a:cubicBezTo>
                  <a:cubicBezTo>
                    <a:pt x="115" y="43"/>
                    <a:pt x="119" y="54"/>
                    <a:pt x="115" y="63"/>
                  </a:cubicBezTo>
                  <a:cubicBezTo>
                    <a:pt x="116" y="55"/>
                    <a:pt x="112" y="47"/>
                    <a:pt x="105" y="43"/>
                  </a:cubicBezTo>
                  <a:cubicBezTo>
                    <a:pt x="104" y="42"/>
                    <a:pt x="102" y="41"/>
                    <a:pt x="101" y="41"/>
                  </a:cubicBezTo>
                  <a:cubicBezTo>
                    <a:pt x="100" y="36"/>
                    <a:pt x="100" y="36"/>
                    <a:pt x="100" y="36"/>
                  </a:cubicBezTo>
                  <a:close/>
                  <a:moveTo>
                    <a:pt x="47" y="9"/>
                  </a:moveTo>
                  <a:cubicBezTo>
                    <a:pt x="48" y="16"/>
                    <a:pt x="48" y="16"/>
                    <a:pt x="48" y="16"/>
                  </a:cubicBezTo>
                  <a:cubicBezTo>
                    <a:pt x="50" y="17"/>
                    <a:pt x="52" y="17"/>
                    <a:pt x="53" y="18"/>
                  </a:cubicBezTo>
                  <a:cubicBezTo>
                    <a:pt x="63" y="24"/>
                    <a:pt x="68" y="35"/>
                    <a:pt x="67" y="46"/>
                  </a:cubicBezTo>
                  <a:cubicBezTo>
                    <a:pt x="72" y="34"/>
                    <a:pt x="68" y="19"/>
                    <a:pt x="55" y="12"/>
                  </a:cubicBezTo>
                  <a:cubicBezTo>
                    <a:pt x="53" y="10"/>
                    <a:pt x="50" y="9"/>
                    <a:pt x="47" y="9"/>
                  </a:cubicBezTo>
                  <a:close/>
                  <a:moveTo>
                    <a:pt x="0" y="106"/>
                  </a:moveTo>
                  <a:cubicBezTo>
                    <a:pt x="0" y="131"/>
                    <a:pt x="0" y="131"/>
                    <a:pt x="0" y="131"/>
                  </a:cubicBezTo>
                  <a:cubicBezTo>
                    <a:pt x="131" y="131"/>
                    <a:pt x="131" y="131"/>
                    <a:pt x="131" y="131"/>
                  </a:cubicBezTo>
                  <a:cubicBezTo>
                    <a:pt x="131" y="106"/>
                    <a:pt x="131" y="106"/>
                    <a:pt x="131" y="106"/>
                  </a:cubicBezTo>
                  <a:cubicBezTo>
                    <a:pt x="98" y="106"/>
                    <a:pt x="98" y="106"/>
                    <a:pt x="98" y="106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5" y="63"/>
                    <a:pt x="94" y="63"/>
                    <a:pt x="93" y="63"/>
                  </a:cubicBezTo>
                  <a:cubicBezTo>
                    <a:pt x="92" y="63"/>
                    <a:pt x="92" y="63"/>
                    <a:pt x="91" y="63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44" y="106"/>
                    <a:pt x="44" y="106"/>
                    <a:pt x="44" y="10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39" y="47"/>
                    <a:pt x="38" y="47"/>
                  </a:cubicBezTo>
                  <a:cubicBezTo>
                    <a:pt x="36" y="47"/>
                    <a:pt x="35" y="46"/>
                    <a:pt x="34" y="4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0" y="106"/>
                    <a:pt x="0" y="106"/>
                    <a:pt x="0" y="106"/>
                  </a:cubicBezTo>
                  <a:close/>
                  <a:moveTo>
                    <a:pt x="7" y="44"/>
                  </a:move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6"/>
                    <a:pt x="13" y="35"/>
                  </a:cubicBezTo>
                  <a:cubicBezTo>
                    <a:pt x="13" y="23"/>
                    <a:pt x="20" y="13"/>
                    <a:pt x="30" y="8"/>
                  </a:cubicBezTo>
                  <a:cubicBezTo>
                    <a:pt x="16" y="10"/>
                    <a:pt x="6" y="22"/>
                    <a:pt x="6" y="36"/>
                  </a:cubicBezTo>
                  <a:cubicBezTo>
                    <a:pt x="6" y="39"/>
                    <a:pt x="6" y="42"/>
                    <a:pt x="7" y="44"/>
                  </a:cubicBezTo>
                  <a:close/>
                  <a:moveTo>
                    <a:pt x="70" y="72"/>
                  </a:moveTo>
                  <a:cubicBezTo>
                    <a:pt x="91" y="60"/>
                    <a:pt x="91" y="60"/>
                    <a:pt x="91" y="60"/>
                  </a:cubicBezTo>
                  <a:cubicBezTo>
                    <a:pt x="91" y="60"/>
                    <a:pt x="92" y="60"/>
                    <a:pt x="93" y="60"/>
                  </a:cubicBezTo>
                  <a:cubicBezTo>
                    <a:pt x="94" y="60"/>
                    <a:pt x="95" y="60"/>
                    <a:pt x="96" y="59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98" y="66"/>
                    <a:pt x="98" y="66"/>
                    <a:pt x="98" y="66"/>
                  </a:cubicBezTo>
                  <a:cubicBezTo>
                    <a:pt x="115" y="72"/>
                    <a:pt x="115" y="72"/>
                    <a:pt x="115" y="72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97" y="57"/>
                    <a:pt x="97" y="57"/>
                    <a:pt x="97" y="57"/>
                  </a:cubicBezTo>
                  <a:cubicBezTo>
                    <a:pt x="97" y="57"/>
                    <a:pt x="97" y="57"/>
                    <a:pt x="97" y="57"/>
                  </a:cubicBezTo>
                  <a:cubicBezTo>
                    <a:pt x="97" y="55"/>
                    <a:pt x="96" y="54"/>
                    <a:pt x="94" y="53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2" y="29"/>
                    <a:pt x="92" y="29"/>
                    <a:pt x="92" y="29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0" y="54"/>
                    <a:pt x="89" y="55"/>
                    <a:pt x="89" y="57"/>
                  </a:cubicBezTo>
                  <a:cubicBezTo>
                    <a:pt x="89" y="57"/>
                    <a:pt x="89" y="57"/>
                    <a:pt x="90" y="58"/>
                  </a:cubicBezTo>
                  <a:cubicBezTo>
                    <a:pt x="86" y="59"/>
                    <a:pt x="86" y="59"/>
                    <a:pt x="86" y="59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69" y="68"/>
                    <a:pt x="69" y="68"/>
                    <a:pt x="69" y="68"/>
                  </a:cubicBezTo>
                  <a:lnTo>
                    <a:pt x="70" y="72"/>
                  </a:lnTo>
                  <a:close/>
                </a:path>
              </a:pathLst>
            </a:custGeom>
            <a:solidFill>
              <a:srgbClr val="0505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Calibri" panose="020F050202020403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18362CA-DCA9-E9C8-1EB6-D5B588658E3B}"/>
              </a:ext>
            </a:extLst>
          </p:cNvPr>
          <p:cNvGrpSpPr/>
          <p:nvPr/>
        </p:nvGrpSpPr>
        <p:grpSpPr>
          <a:xfrm>
            <a:off x="8246353" y="1116287"/>
            <a:ext cx="535962" cy="414857"/>
            <a:chOff x="7116053" y="982937"/>
            <a:chExt cx="535962" cy="414857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21BBFFC-A4A4-B1C7-AD36-086D631E1971}"/>
                </a:ext>
              </a:extLst>
            </p:cNvPr>
            <p:cNvSpPr/>
            <p:nvPr/>
          </p:nvSpPr>
          <p:spPr>
            <a:xfrm>
              <a:off x="7116053" y="1232458"/>
              <a:ext cx="535962" cy="16533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0" name="组合 65">
              <a:extLst>
                <a:ext uri="{FF2B5EF4-FFF2-40B4-BE49-F238E27FC236}">
                  <a16:creationId xmlns:a16="http://schemas.microsoft.com/office/drawing/2014/main" id="{B421BD69-100F-EED4-8119-BF19506494FB}"/>
                </a:ext>
              </a:extLst>
            </p:cNvPr>
            <p:cNvGrpSpPr/>
            <p:nvPr/>
          </p:nvGrpSpPr>
          <p:grpSpPr>
            <a:xfrm>
              <a:off x="7217404" y="982937"/>
              <a:ext cx="333260" cy="332189"/>
              <a:chOff x="3934074" y="469760"/>
              <a:chExt cx="977287" cy="1142414"/>
            </a:xfrm>
          </p:grpSpPr>
          <p:sp>
            <p:nvSpPr>
              <p:cNvPr id="51" name="Oval 61">
                <a:extLst>
                  <a:ext uri="{FF2B5EF4-FFF2-40B4-BE49-F238E27FC236}">
                    <a16:creationId xmlns:a16="http://schemas.microsoft.com/office/drawing/2014/main" id="{728816A6-3B23-3023-8D37-E075A3509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8983" y="530419"/>
                <a:ext cx="181978" cy="114579"/>
              </a:xfrm>
              <a:prstGeom prst="ellipse">
                <a:avLst/>
              </a:prstGeom>
              <a:solidFill>
                <a:srgbClr val="0505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Oval 62">
                <a:extLst>
                  <a:ext uri="{FF2B5EF4-FFF2-40B4-BE49-F238E27FC236}">
                    <a16:creationId xmlns:a16="http://schemas.microsoft.com/office/drawing/2014/main" id="{FD612BE4-860F-1CAB-9BC6-861D1DB01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562" y="469760"/>
                <a:ext cx="225788" cy="175238"/>
              </a:xfrm>
              <a:prstGeom prst="ellipse">
                <a:avLst/>
              </a:prstGeom>
              <a:solidFill>
                <a:srgbClr val="0505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Oval 63">
                <a:extLst>
                  <a:ext uri="{FF2B5EF4-FFF2-40B4-BE49-F238E27FC236}">
                    <a16:creationId xmlns:a16="http://schemas.microsoft.com/office/drawing/2014/main" id="{5AAB37F5-5200-B18C-E832-FBCED262C9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8580" y="530419"/>
                <a:ext cx="249377" cy="138167"/>
              </a:xfrm>
              <a:prstGeom prst="ellipse">
                <a:avLst/>
              </a:prstGeom>
              <a:solidFill>
                <a:srgbClr val="0505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64">
                <a:extLst>
                  <a:ext uri="{FF2B5EF4-FFF2-40B4-BE49-F238E27FC236}">
                    <a16:creationId xmlns:a16="http://schemas.microsoft.com/office/drawing/2014/main" id="{F4FFFEFD-5247-E623-C56D-F845948AEA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4074" y="591078"/>
                <a:ext cx="977287" cy="1021096"/>
              </a:xfrm>
              <a:custGeom>
                <a:avLst/>
                <a:gdLst>
                  <a:gd name="T0" fmla="*/ 18 w 113"/>
                  <a:gd name="T1" fmla="*/ 0 h 118"/>
                  <a:gd name="T2" fmla="*/ 9 w 113"/>
                  <a:gd name="T3" fmla="*/ 4 h 118"/>
                  <a:gd name="T4" fmla="*/ 9 w 113"/>
                  <a:gd name="T5" fmla="*/ 13 h 118"/>
                  <a:gd name="T6" fmla="*/ 12 w 113"/>
                  <a:gd name="T7" fmla="*/ 13 h 118"/>
                  <a:gd name="T8" fmla="*/ 16 w 113"/>
                  <a:gd name="T9" fmla="*/ 6 h 118"/>
                  <a:gd name="T10" fmla="*/ 27 w 113"/>
                  <a:gd name="T11" fmla="*/ 6 h 118"/>
                  <a:gd name="T12" fmla="*/ 18 w 113"/>
                  <a:gd name="T13" fmla="*/ 0 h 118"/>
                  <a:gd name="T14" fmla="*/ 32 w 113"/>
                  <a:gd name="T15" fmla="*/ 68 h 118"/>
                  <a:gd name="T16" fmla="*/ 39 w 113"/>
                  <a:gd name="T17" fmla="*/ 68 h 118"/>
                  <a:gd name="T18" fmla="*/ 39 w 113"/>
                  <a:gd name="T19" fmla="*/ 82 h 118"/>
                  <a:gd name="T20" fmla="*/ 32 w 113"/>
                  <a:gd name="T21" fmla="*/ 82 h 118"/>
                  <a:gd name="T22" fmla="*/ 32 w 113"/>
                  <a:gd name="T23" fmla="*/ 68 h 118"/>
                  <a:gd name="T24" fmla="*/ 98 w 113"/>
                  <a:gd name="T25" fmla="*/ 82 h 118"/>
                  <a:gd name="T26" fmla="*/ 105 w 113"/>
                  <a:gd name="T27" fmla="*/ 82 h 118"/>
                  <a:gd name="T28" fmla="*/ 105 w 113"/>
                  <a:gd name="T29" fmla="*/ 96 h 118"/>
                  <a:gd name="T30" fmla="*/ 98 w 113"/>
                  <a:gd name="T31" fmla="*/ 96 h 118"/>
                  <a:gd name="T32" fmla="*/ 98 w 113"/>
                  <a:gd name="T33" fmla="*/ 82 h 118"/>
                  <a:gd name="T34" fmla="*/ 67 w 113"/>
                  <a:gd name="T35" fmla="*/ 72 h 118"/>
                  <a:gd name="T36" fmla="*/ 73 w 113"/>
                  <a:gd name="T37" fmla="*/ 72 h 118"/>
                  <a:gd name="T38" fmla="*/ 73 w 113"/>
                  <a:gd name="T39" fmla="*/ 87 h 118"/>
                  <a:gd name="T40" fmla="*/ 67 w 113"/>
                  <a:gd name="T41" fmla="*/ 87 h 118"/>
                  <a:gd name="T42" fmla="*/ 67 w 113"/>
                  <a:gd name="T43" fmla="*/ 72 h 118"/>
                  <a:gd name="T44" fmla="*/ 54 w 113"/>
                  <a:gd name="T45" fmla="*/ 118 h 118"/>
                  <a:gd name="T46" fmla="*/ 69 w 113"/>
                  <a:gd name="T47" fmla="*/ 118 h 118"/>
                  <a:gd name="T48" fmla="*/ 84 w 113"/>
                  <a:gd name="T49" fmla="*/ 118 h 118"/>
                  <a:gd name="T50" fmla="*/ 113 w 113"/>
                  <a:gd name="T51" fmla="*/ 118 h 118"/>
                  <a:gd name="T52" fmla="*/ 113 w 113"/>
                  <a:gd name="T53" fmla="*/ 69 h 118"/>
                  <a:gd name="T54" fmla="*/ 87 w 113"/>
                  <a:gd name="T55" fmla="*/ 74 h 118"/>
                  <a:gd name="T56" fmla="*/ 87 w 113"/>
                  <a:gd name="T57" fmla="*/ 88 h 118"/>
                  <a:gd name="T58" fmla="*/ 84 w 113"/>
                  <a:gd name="T59" fmla="*/ 88 h 118"/>
                  <a:gd name="T60" fmla="*/ 84 w 113"/>
                  <a:gd name="T61" fmla="*/ 75 h 118"/>
                  <a:gd name="T62" fmla="*/ 84 w 113"/>
                  <a:gd name="T63" fmla="*/ 59 h 118"/>
                  <a:gd name="T64" fmla="*/ 58 w 113"/>
                  <a:gd name="T65" fmla="*/ 65 h 118"/>
                  <a:gd name="T66" fmla="*/ 58 w 113"/>
                  <a:gd name="T67" fmla="*/ 78 h 118"/>
                  <a:gd name="T68" fmla="*/ 54 w 113"/>
                  <a:gd name="T69" fmla="*/ 78 h 118"/>
                  <a:gd name="T70" fmla="*/ 54 w 113"/>
                  <a:gd name="T71" fmla="*/ 66 h 118"/>
                  <a:gd name="T72" fmla="*/ 54 w 113"/>
                  <a:gd name="T73" fmla="*/ 49 h 118"/>
                  <a:gd name="T74" fmla="*/ 21 w 113"/>
                  <a:gd name="T75" fmla="*/ 58 h 118"/>
                  <a:gd name="T76" fmla="*/ 23 w 113"/>
                  <a:gd name="T77" fmla="*/ 118 h 118"/>
                  <a:gd name="T78" fmla="*/ 39 w 113"/>
                  <a:gd name="T79" fmla="*/ 118 h 118"/>
                  <a:gd name="T80" fmla="*/ 54 w 113"/>
                  <a:gd name="T81" fmla="*/ 118 h 118"/>
                  <a:gd name="T82" fmla="*/ 4 w 113"/>
                  <a:gd name="T83" fmla="*/ 16 h 118"/>
                  <a:gd name="T84" fmla="*/ 15 w 113"/>
                  <a:gd name="T85" fmla="*/ 16 h 118"/>
                  <a:gd name="T86" fmla="*/ 19 w 113"/>
                  <a:gd name="T87" fmla="*/ 118 h 118"/>
                  <a:gd name="T88" fmla="*/ 0 w 113"/>
                  <a:gd name="T89" fmla="*/ 118 h 118"/>
                  <a:gd name="T90" fmla="*/ 4 w 113"/>
                  <a:gd name="T91" fmla="*/ 16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13" h="118">
                    <a:moveTo>
                      <a:pt x="18" y="0"/>
                    </a:moveTo>
                    <a:cubicBezTo>
                      <a:pt x="18" y="0"/>
                      <a:pt x="11" y="1"/>
                      <a:pt x="9" y="4"/>
                    </a:cubicBezTo>
                    <a:cubicBezTo>
                      <a:pt x="8" y="7"/>
                      <a:pt x="9" y="13"/>
                      <a:pt x="9" y="13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2" y="13"/>
                      <a:pt x="11" y="7"/>
                      <a:pt x="16" y="6"/>
                    </a:cubicBezTo>
                    <a:cubicBezTo>
                      <a:pt x="22" y="5"/>
                      <a:pt x="27" y="6"/>
                      <a:pt x="27" y="6"/>
                    </a:cubicBezTo>
                    <a:cubicBezTo>
                      <a:pt x="18" y="0"/>
                      <a:pt x="18" y="0"/>
                      <a:pt x="18" y="0"/>
                    </a:cubicBezTo>
                    <a:close/>
                    <a:moveTo>
                      <a:pt x="32" y="68"/>
                    </a:moveTo>
                    <a:cubicBezTo>
                      <a:pt x="39" y="68"/>
                      <a:pt x="39" y="68"/>
                      <a:pt x="39" y="68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2" y="82"/>
                      <a:pt x="32" y="82"/>
                      <a:pt x="32" y="82"/>
                    </a:cubicBezTo>
                    <a:cubicBezTo>
                      <a:pt x="32" y="68"/>
                      <a:pt x="32" y="68"/>
                      <a:pt x="32" y="68"/>
                    </a:cubicBezTo>
                    <a:close/>
                    <a:moveTo>
                      <a:pt x="98" y="82"/>
                    </a:moveTo>
                    <a:cubicBezTo>
                      <a:pt x="105" y="82"/>
                      <a:pt x="105" y="82"/>
                      <a:pt x="105" y="82"/>
                    </a:cubicBezTo>
                    <a:cubicBezTo>
                      <a:pt x="105" y="96"/>
                      <a:pt x="105" y="96"/>
                      <a:pt x="105" y="96"/>
                    </a:cubicBezTo>
                    <a:cubicBezTo>
                      <a:pt x="98" y="96"/>
                      <a:pt x="98" y="96"/>
                      <a:pt x="98" y="96"/>
                    </a:cubicBezTo>
                    <a:cubicBezTo>
                      <a:pt x="98" y="82"/>
                      <a:pt x="98" y="82"/>
                      <a:pt x="98" y="82"/>
                    </a:cubicBezTo>
                    <a:close/>
                    <a:moveTo>
                      <a:pt x="67" y="72"/>
                    </a:moveTo>
                    <a:cubicBezTo>
                      <a:pt x="73" y="72"/>
                      <a:pt x="73" y="72"/>
                      <a:pt x="73" y="72"/>
                    </a:cubicBezTo>
                    <a:cubicBezTo>
                      <a:pt x="73" y="87"/>
                      <a:pt x="73" y="87"/>
                      <a:pt x="73" y="87"/>
                    </a:cubicBezTo>
                    <a:cubicBezTo>
                      <a:pt x="67" y="87"/>
                      <a:pt x="67" y="87"/>
                      <a:pt x="67" y="87"/>
                    </a:cubicBezTo>
                    <a:cubicBezTo>
                      <a:pt x="67" y="72"/>
                      <a:pt x="67" y="72"/>
                      <a:pt x="67" y="72"/>
                    </a:cubicBezTo>
                    <a:close/>
                    <a:moveTo>
                      <a:pt x="54" y="118"/>
                    </a:moveTo>
                    <a:cubicBezTo>
                      <a:pt x="69" y="118"/>
                      <a:pt x="69" y="118"/>
                      <a:pt x="69" y="118"/>
                    </a:cubicBezTo>
                    <a:cubicBezTo>
                      <a:pt x="84" y="118"/>
                      <a:pt x="84" y="118"/>
                      <a:pt x="84" y="118"/>
                    </a:cubicBezTo>
                    <a:cubicBezTo>
                      <a:pt x="113" y="118"/>
                      <a:pt x="113" y="118"/>
                      <a:pt x="113" y="118"/>
                    </a:cubicBezTo>
                    <a:cubicBezTo>
                      <a:pt x="113" y="69"/>
                      <a:pt x="113" y="69"/>
                      <a:pt x="113" y="69"/>
                    </a:cubicBezTo>
                    <a:cubicBezTo>
                      <a:pt x="87" y="74"/>
                      <a:pt x="87" y="74"/>
                      <a:pt x="87" y="74"/>
                    </a:cubicBezTo>
                    <a:cubicBezTo>
                      <a:pt x="87" y="88"/>
                      <a:pt x="87" y="88"/>
                      <a:pt x="87" y="88"/>
                    </a:cubicBezTo>
                    <a:cubicBezTo>
                      <a:pt x="84" y="88"/>
                      <a:pt x="84" y="88"/>
                      <a:pt x="84" y="88"/>
                    </a:cubicBezTo>
                    <a:cubicBezTo>
                      <a:pt x="84" y="75"/>
                      <a:pt x="84" y="75"/>
                      <a:pt x="84" y="75"/>
                    </a:cubicBezTo>
                    <a:cubicBezTo>
                      <a:pt x="84" y="59"/>
                      <a:pt x="84" y="59"/>
                      <a:pt x="84" y="59"/>
                    </a:cubicBezTo>
                    <a:cubicBezTo>
                      <a:pt x="58" y="65"/>
                      <a:pt x="58" y="65"/>
                      <a:pt x="58" y="65"/>
                    </a:cubicBezTo>
                    <a:cubicBezTo>
                      <a:pt x="58" y="78"/>
                      <a:pt x="58" y="78"/>
                      <a:pt x="58" y="78"/>
                    </a:cubicBezTo>
                    <a:cubicBezTo>
                      <a:pt x="54" y="78"/>
                      <a:pt x="54" y="78"/>
                      <a:pt x="54" y="78"/>
                    </a:cubicBezTo>
                    <a:cubicBezTo>
                      <a:pt x="54" y="66"/>
                      <a:pt x="54" y="66"/>
                      <a:pt x="54" y="66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39" y="118"/>
                      <a:pt x="39" y="118"/>
                      <a:pt x="39" y="118"/>
                    </a:cubicBezTo>
                    <a:cubicBezTo>
                      <a:pt x="54" y="118"/>
                      <a:pt x="54" y="118"/>
                      <a:pt x="54" y="118"/>
                    </a:cubicBezTo>
                    <a:close/>
                    <a:moveTo>
                      <a:pt x="4" y="16"/>
                    </a:moveTo>
                    <a:cubicBezTo>
                      <a:pt x="15" y="16"/>
                      <a:pt x="15" y="16"/>
                      <a:pt x="15" y="16"/>
                    </a:cubicBezTo>
                    <a:cubicBezTo>
                      <a:pt x="19" y="118"/>
                      <a:pt x="19" y="118"/>
                      <a:pt x="19" y="118"/>
                    </a:cubicBezTo>
                    <a:cubicBezTo>
                      <a:pt x="0" y="118"/>
                      <a:pt x="0" y="118"/>
                      <a:pt x="0" y="118"/>
                    </a:cubicBezTo>
                    <a:lnTo>
                      <a:pt x="4" y="16"/>
                    </a:lnTo>
                    <a:close/>
                  </a:path>
                </a:pathLst>
              </a:custGeom>
              <a:solidFill>
                <a:srgbClr val="0505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C8B1D0D-5B7C-70F7-086E-30EFC00689EE}"/>
              </a:ext>
            </a:extLst>
          </p:cNvPr>
          <p:cNvGrpSpPr/>
          <p:nvPr/>
        </p:nvGrpSpPr>
        <p:grpSpPr>
          <a:xfrm>
            <a:off x="4145872" y="2839613"/>
            <a:ext cx="437648" cy="437648"/>
            <a:chOff x="5177108" y="3165329"/>
            <a:chExt cx="437648" cy="437648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8ED2C54-D9D1-007E-1574-F52B74BA5A63}"/>
                </a:ext>
              </a:extLst>
            </p:cNvPr>
            <p:cNvSpPr/>
            <p:nvPr/>
          </p:nvSpPr>
          <p:spPr>
            <a:xfrm>
              <a:off x="5177108" y="3165329"/>
              <a:ext cx="437648" cy="43764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1D7545F5-0D58-58EB-C587-42831509A6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2302" y="3218058"/>
              <a:ext cx="367259" cy="332189"/>
            </a:xfrm>
            <a:custGeom>
              <a:avLst/>
              <a:gdLst>
                <a:gd name="T0" fmla="*/ 70 w 147"/>
                <a:gd name="T1" fmla="*/ 0 h 133"/>
                <a:gd name="T2" fmla="*/ 74 w 147"/>
                <a:gd name="T3" fmla="*/ 114 h 133"/>
                <a:gd name="T4" fmla="*/ 70 w 147"/>
                <a:gd name="T5" fmla="*/ 96 h 133"/>
                <a:gd name="T6" fmla="*/ 82 w 147"/>
                <a:gd name="T7" fmla="*/ 67 h 133"/>
                <a:gd name="T8" fmla="*/ 104 w 147"/>
                <a:gd name="T9" fmla="*/ 56 h 133"/>
                <a:gd name="T10" fmla="*/ 70 w 147"/>
                <a:gd name="T11" fmla="*/ 0 h 133"/>
                <a:gd name="T12" fmla="*/ 105 w 147"/>
                <a:gd name="T13" fmla="*/ 74 h 133"/>
                <a:gd name="T14" fmla="*/ 121 w 147"/>
                <a:gd name="T15" fmla="*/ 74 h 133"/>
                <a:gd name="T16" fmla="*/ 112 w 147"/>
                <a:gd name="T17" fmla="*/ 91 h 133"/>
                <a:gd name="T18" fmla="*/ 123 w 147"/>
                <a:gd name="T19" fmla="*/ 98 h 133"/>
                <a:gd name="T20" fmla="*/ 104 w 147"/>
                <a:gd name="T21" fmla="*/ 118 h 133"/>
                <a:gd name="T22" fmla="*/ 111 w 147"/>
                <a:gd name="T23" fmla="*/ 98 h 133"/>
                <a:gd name="T24" fmla="*/ 97 w 147"/>
                <a:gd name="T25" fmla="*/ 96 h 133"/>
                <a:gd name="T26" fmla="*/ 105 w 147"/>
                <a:gd name="T27" fmla="*/ 74 h 133"/>
                <a:gd name="T28" fmla="*/ 110 w 147"/>
                <a:gd name="T29" fmla="*/ 59 h 133"/>
                <a:gd name="T30" fmla="*/ 136 w 147"/>
                <a:gd name="T31" fmla="*/ 69 h 133"/>
                <a:gd name="T32" fmla="*/ 147 w 147"/>
                <a:gd name="T33" fmla="*/ 96 h 133"/>
                <a:gd name="T34" fmla="*/ 136 w 147"/>
                <a:gd name="T35" fmla="*/ 122 h 133"/>
                <a:gd name="T36" fmla="*/ 110 w 147"/>
                <a:gd name="T37" fmla="*/ 133 h 133"/>
                <a:gd name="T38" fmla="*/ 84 w 147"/>
                <a:gd name="T39" fmla="*/ 122 h 133"/>
                <a:gd name="T40" fmla="*/ 73 w 147"/>
                <a:gd name="T41" fmla="*/ 96 h 133"/>
                <a:gd name="T42" fmla="*/ 84 w 147"/>
                <a:gd name="T43" fmla="*/ 69 h 133"/>
                <a:gd name="T44" fmla="*/ 110 w 147"/>
                <a:gd name="T45" fmla="*/ 59 h 133"/>
                <a:gd name="T46" fmla="*/ 130 w 147"/>
                <a:gd name="T47" fmla="*/ 76 h 133"/>
                <a:gd name="T48" fmla="*/ 138 w 147"/>
                <a:gd name="T49" fmla="*/ 96 h 133"/>
                <a:gd name="T50" fmla="*/ 130 w 147"/>
                <a:gd name="T51" fmla="*/ 115 h 133"/>
                <a:gd name="T52" fmla="*/ 110 w 147"/>
                <a:gd name="T53" fmla="*/ 124 h 133"/>
                <a:gd name="T54" fmla="*/ 91 w 147"/>
                <a:gd name="T55" fmla="*/ 115 h 133"/>
                <a:gd name="T56" fmla="*/ 82 w 147"/>
                <a:gd name="T57" fmla="*/ 96 h 133"/>
                <a:gd name="T58" fmla="*/ 91 w 147"/>
                <a:gd name="T59" fmla="*/ 76 h 133"/>
                <a:gd name="T60" fmla="*/ 110 w 147"/>
                <a:gd name="T61" fmla="*/ 68 h 133"/>
                <a:gd name="T62" fmla="*/ 130 w 147"/>
                <a:gd name="T63" fmla="*/ 76 h 133"/>
                <a:gd name="T64" fmla="*/ 41 w 147"/>
                <a:gd name="T65" fmla="*/ 76 h 133"/>
                <a:gd name="T66" fmla="*/ 70 w 147"/>
                <a:gd name="T67" fmla="*/ 14 h 133"/>
                <a:gd name="T68" fmla="*/ 41 w 147"/>
                <a:gd name="T69" fmla="*/ 76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" h="133">
                  <a:moveTo>
                    <a:pt x="70" y="0"/>
                  </a:moveTo>
                  <a:cubicBezTo>
                    <a:pt x="0" y="80"/>
                    <a:pt x="40" y="118"/>
                    <a:pt x="74" y="114"/>
                  </a:cubicBezTo>
                  <a:cubicBezTo>
                    <a:pt x="71" y="109"/>
                    <a:pt x="70" y="102"/>
                    <a:pt x="70" y="96"/>
                  </a:cubicBezTo>
                  <a:cubicBezTo>
                    <a:pt x="70" y="84"/>
                    <a:pt x="74" y="74"/>
                    <a:pt x="82" y="67"/>
                  </a:cubicBezTo>
                  <a:cubicBezTo>
                    <a:pt x="88" y="61"/>
                    <a:pt x="96" y="57"/>
                    <a:pt x="104" y="56"/>
                  </a:cubicBezTo>
                  <a:cubicBezTo>
                    <a:pt x="99" y="40"/>
                    <a:pt x="88" y="22"/>
                    <a:pt x="70" y="0"/>
                  </a:cubicBezTo>
                  <a:close/>
                  <a:moveTo>
                    <a:pt x="105" y="74"/>
                  </a:moveTo>
                  <a:cubicBezTo>
                    <a:pt x="121" y="74"/>
                    <a:pt x="121" y="74"/>
                    <a:pt x="121" y="7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23" y="98"/>
                    <a:pt x="123" y="98"/>
                    <a:pt x="123" y="98"/>
                  </a:cubicBezTo>
                  <a:cubicBezTo>
                    <a:pt x="104" y="118"/>
                    <a:pt x="104" y="118"/>
                    <a:pt x="104" y="118"/>
                  </a:cubicBezTo>
                  <a:cubicBezTo>
                    <a:pt x="111" y="98"/>
                    <a:pt x="111" y="98"/>
                    <a:pt x="111" y="98"/>
                  </a:cubicBezTo>
                  <a:cubicBezTo>
                    <a:pt x="97" y="96"/>
                    <a:pt x="97" y="96"/>
                    <a:pt x="97" y="96"/>
                  </a:cubicBezTo>
                  <a:cubicBezTo>
                    <a:pt x="105" y="74"/>
                    <a:pt x="105" y="74"/>
                    <a:pt x="105" y="74"/>
                  </a:cubicBezTo>
                  <a:close/>
                  <a:moveTo>
                    <a:pt x="110" y="59"/>
                  </a:moveTo>
                  <a:cubicBezTo>
                    <a:pt x="120" y="59"/>
                    <a:pt x="130" y="63"/>
                    <a:pt x="136" y="69"/>
                  </a:cubicBezTo>
                  <a:cubicBezTo>
                    <a:pt x="143" y="76"/>
                    <a:pt x="147" y="85"/>
                    <a:pt x="147" y="96"/>
                  </a:cubicBezTo>
                  <a:cubicBezTo>
                    <a:pt x="147" y="106"/>
                    <a:pt x="143" y="115"/>
                    <a:pt x="136" y="122"/>
                  </a:cubicBezTo>
                  <a:cubicBezTo>
                    <a:pt x="130" y="129"/>
                    <a:pt x="120" y="133"/>
                    <a:pt x="110" y="133"/>
                  </a:cubicBezTo>
                  <a:cubicBezTo>
                    <a:pt x="100" y="133"/>
                    <a:pt x="91" y="129"/>
                    <a:pt x="84" y="122"/>
                  </a:cubicBezTo>
                  <a:cubicBezTo>
                    <a:pt x="77" y="115"/>
                    <a:pt x="73" y="106"/>
                    <a:pt x="73" y="96"/>
                  </a:cubicBezTo>
                  <a:cubicBezTo>
                    <a:pt x="73" y="85"/>
                    <a:pt x="77" y="76"/>
                    <a:pt x="84" y="69"/>
                  </a:cubicBezTo>
                  <a:cubicBezTo>
                    <a:pt x="91" y="63"/>
                    <a:pt x="100" y="59"/>
                    <a:pt x="110" y="59"/>
                  </a:cubicBezTo>
                  <a:close/>
                  <a:moveTo>
                    <a:pt x="130" y="76"/>
                  </a:moveTo>
                  <a:cubicBezTo>
                    <a:pt x="135" y="81"/>
                    <a:pt x="138" y="88"/>
                    <a:pt x="138" y="96"/>
                  </a:cubicBezTo>
                  <a:cubicBezTo>
                    <a:pt x="138" y="103"/>
                    <a:pt x="135" y="110"/>
                    <a:pt x="130" y="115"/>
                  </a:cubicBezTo>
                  <a:cubicBezTo>
                    <a:pt x="125" y="120"/>
                    <a:pt x="118" y="124"/>
                    <a:pt x="110" y="124"/>
                  </a:cubicBezTo>
                  <a:cubicBezTo>
                    <a:pt x="103" y="124"/>
                    <a:pt x="96" y="120"/>
                    <a:pt x="91" y="115"/>
                  </a:cubicBezTo>
                  <a:cubicBezTo>
                    <a:pt x="85" y="110"/>
                    <a:pt x="82" y="103"/>
                    <a:pt x="82" y="96"/>
                  </a:cubicBezTo>
                  <a:cubicBezTo>
                    <a:pt x="82" y="88"/>
                    <a:pt x="85" y="81"/>
                    <a:pt x="91" y="76"/>
                  </a:cubicBezTo>
                  <a:cubicBezTo>
                    <a:pt x="96" y="71"/>
                    <a:pt x="103" y="68"/>
                    <a:pt x="110" y="68"/>
                  </a:cubicBezTo>
                  <a:cubicBezTo>
                    <a:pt x="118" y="68"/>
                    <a:pt x="125" y="71"/>
                    <a:pt x="130" y="76"/>
                  </a:cubicBezTo>
                  <a:close/>
                  <a:moveTo>
                    <a:pt x="41" y="76"/>
                  </a:moveTo>
                  <a:cubicBezTo>
                    <a:pt x="43" y="50"/>
                    <a:pt x="55" y="34"/>
                    <a:pt x="70" y="14"/>
                  </a:cubicBezTo>
                  <a:cubicBezTo>
                    <a:pt x="72" y="35"/>
                    <a:pt x="74" y="81"/>
                    <a:pt x="41" y="76"/>
                  </a:cubicBezTo>
                  <a:close/>
                </a:path>
              </a:pathLst>
            </a:custGeom>
            <a:solidFill>
              <a:srgbClr val="0505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B8D6640-2F8A-78AC-EC20-B766CAF5D955}"/>
              </a:ext>
            </a:extLst>
          </p:cNvPr>
          <p:cNvGrpSpPr/>
          <p:nvPr/>
        </p:nvGrpSpPr>
        <p:grpSpPr>
          <a:xfrm>
            <a:off x="6171649" y="2839613"/>
            <a:ext cx="437648" cy="437648"/>
            <a:chOff x="6741290" y="3485604"/>
            <a:chExt cx="437648" cy="437648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92E4577-3C3F-8C8D-7F9D-4821F85C6AD6}"/>
                </a:ext>
              </a:extLst>
            </p:cNvPr>
            <p:cNvSpPr/>
            <p:nvPr/>
          </p:nvSpPr>
          <p:spPr>
            <a:xfrm>
              <a:off x="6741290" y="3485604"/>
              <a:ext cx="437648" cy="43764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Freeform 60">
              <a:extLst>
                <a:ext uri="{FF2B5EF4-FFF2-40B4-BE49-F238E27FC236}">
                  <a16:creationId xmlns:a16="http://schemas.microsoft.com/office/drawing/2014/main" id="{7EF63DC7-61DE-90FB-13DE-9E2F4FDB9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3223" y="3588683"/>
              <a:ext cx="253782" cy="223046"/>
            </a:xfrm>
            <a:custGeom>
              <a:avLst/>
              <a:gdLst>
                <a:gd name="T0" fmla="*/ 383 w 475"/>
                <a:gd name="T1" fmla="*/ 308 h 421"/>
                <a:gd name="T2" fmla="*/ 459 w 475"/>
                <a:gd name="T3" fmla="*/ 308 h 421"/>
                <a:gd name="T4" fmla="*/ 440 w 475"/>
                <a:gd name="T5" fmla="*/ 0 h 421"/>
                <a:gd name="T6" fmla="*/ 400 w 475"/>
                <a:gd name="T7" fmla="*/ 0 h 421"/>
                <a:gd name="T8" fmla="*/ 383 w 475"/>
                <a:gd name="T9" fmla="*/ 308 h 421"/>
                <a:gd name="T10" fmla="*/ 383 w 475"/>
                <a:gd name="T11" fmla="*/ 308 h 421"/>
                <a:gd name="T12" fmla="*/ 0 w 475"/>
                <a:gd name="T13" fmla="*/ 36 h 421"/>
                <a:gd name="T14" fmla="*/ 109 w 475"/>
                <a:gd name="T15" fmla="*/ 64 h 421"/>
                <a:gd name="T16" fmla="*/ 121 w 475"/>
                <a:gd name="T17" fmla="*/ 31 h 421"/>
                <a:gd name="T18" fmla="*/ 256 w 475"/>
                <a:gd name="T19" fmla="*/ 64 h 421"/>
                <a:gd name="T20" fmla="*/ 256 w 475"/>
                <a:gd name="T21" fmla="*/ 322 h 421"/>
                <a:gd name="T22" fmla="*/ 475 w 475"/>
                <a:gd name="T23" fmla="*/ 322 h 421"/>
                <a:gd name="T24" fmla="*/ 475 w 475"/>
                <a:gd name="T25" fmla="*/ 421 h 421"/>
                <a:gd name="T26" fmla="*/ 256 w 475"/>
                <a:gd name="T27" fmla="*/ 421 h 421"/>
                <a:gd name="T28" fmla="*/ 246 w 475"/>
                <a:gd name="T29" fmla="*/ 421 h 421"/>
                <a:gd name="T30" fmla="*/ 0 w 475"/>
                <a:gd name="T31" fmla="*/ 421 h 421"/>
                <a:gd name="T32" fmla="*/ 0 w 475"/>
                <a:gd name="T33" fmla="*/ 36 h 421"/>
                <a:gd name="T34" fmla="*/ 0 w 475"/>
                <a:gd name="T35" fmla="*/ 36 h 421"/>
                <a:gd name="T36" fmla="*/ 40 w 475"/>
                <a:gd name="T37" fmla="*/ 109 h 421"/>
                <a:gd name="T38" fmla="*/ 40 w 475"/>
                <a:gd name="T39" fmla="*/ 128 h 421"/>
                <a:gd name="T40" fmla="*/ 130 w 475"/>
                <a:gd name="T41" fmla="*/ 128 h 421"/>
                <a:gd name="T42" fmla="*/ 130 w 475"/>
                <a:gd name="T43" fmla="*/ 109 h 421"/>
                <a:gd name="T44" fmla="*/ 40 w 475"/>
                <a:gd name="T45" fmla="*/ 109 h 421"/>
                <a:gd name="T46" fmla="*/ 40 w 475"/>
                <a:gd name="T47" fmla="*/ 109 h 421"/>
                <a:gd name="T48" fmla="*/ 40 w 475"/>
                <a:gd name="T49" fmla="*/ 147 h 421"/>
                <a:gd name="T50" fmla="*/ 40 w 475"/>
                <a:gd name="T51" fmla="*/ 166 h 421"/>
                <a:gd name="T52" fmla="*/ 130 w 475"/>
                <a:gd name="T53" fmla="*/ 166 h 421"/>
                <a:gd name="T54" fmla="*/ 130 w 475"/>
                <a:gd name="T55" fmla="*/ 147 h 421"/>
                <a:gd name="T56" fmla="*/ 40 w 475"/>
                <a:gd name="T57" fmla="*/ 147 h 421"/>
                <a:gd name="T58" fmla="*/ 40 w 475"/>
                <a:gd name="T59" fmla="*/ 147 h 421"/>
                <a:gd name="T60" fmla="*/ 40 w 475"/>
                <a:gd name="T61" fmla="*/ 187 h 421"/>
                <a:gd name="T62" fmla="*/ 40 w 475"/>
                <a:gd name="T63" fmla="*/ 204 h 421"/>
                <a:gd name="T64" fmla="*/ 130 w 475"/>
                <a:gd name="T65" fmla="*/ 204 h 421"/>
                <a:gd name="T66" fmla="*/ 130 w 475"/>
                <a:gd name="T67" fmla="*/ 187 h 421"/>
                <a:gd name="T68" fmla="*/ 40 w 475"/>
                <a:gd name="T69" fmla="*/ 187 h 421"/>
                <a:gd name="T70" fmla="*/ 40 w 475"/>
                <a:gd name="T71" fmla="*/ 187 h 421"/>
                <a:gd name="T72" fmla="*/ 40 w 475"/>
                <a:gd name="T73" fmla="*/ 225 h 421"/>
                <a:gd name="T74" fmla="*/ 40 w 475"/>
                <a:gd name="T75" fmla="*/ 241 h 421"/>
                <a:gd name="T76" fmla="*/ 130 w 475"/>
                <a:gd name="T77" fmla="*/ 241 h 421"/>
                <a:gd name="T78" fmla="*/ 130 w 475"/>
                <a:gd name="T79" fmla="*/ 225 h 421"/>
                <a:gd name="T80" fmla="*/ 40 w 475"/>
                <a:gd name="T81" fmla="*/ 225 h 421"/>
                <a:gd name="T82" fmla="*/ 40 w 475"/>
                <a:gd name="T83" fmla="*/ 225 h 421"/>
                <a:gd name="T84" fmla="*/ 40 w 475"/>
                <a:gd name="T85" fmla="*/ 263 h 421"/>
                <a:gd name="T86" fmla="*/ 40 w 475"/>
                <a:gd name="T87" fmla="*/ 282 h 421"/>
                <a:gd name="T88" fmla="*/ 130 w 475"/>
                <a:gd name="T89" fmla="*/ 282 h 421"/>
                <a:gd name="T90" fmla="*/ 130 w 475"/>
                <a:gd name="T91" fmla="*/ 263 h 421"/>
                <a:gd name="T92" fmla="*/ 40 w 475"/>
                <a:gd name="T93" fmla="*/ 263 h 421"/>
                <a:gd name="T94" fmla="*/ 40 w 475"/>
                <a:gd name="T95" fmla="*/ 263 h 421"/>
                <a:gd name="T96" fmla="*/ 40 w 475"/>
                <a:gd name="T97" fmla="*/ 301 h 421"/>
                <a:gd name="T98" fmla="*/ 40 w 475"/>
                <a:gd name="T99" fmla="*/ 319 h 421"/>
                <a:gd name="T100" fmla="*/ 130 w 475"/>
                <a:gd name="T101" fmla="*/ 319 h 421"/>
                <a:gd name="T102" fmla="*/ 130 w 475"/>
                <a:gd name="T103" fmla="*/ 301 h 421"/>
                <a:gd name="T104" fmla="*/ 40 w 475"/>
                <a:gd name="T105" fmla="*/ 301 h 421"/>
                <a:gd name="T106" fmla="*/ 40 w 475"/>
                <a:gd name="T107" fmla="*/ 301 h 421"/>
                <a:gd name="T108" fmla="*/ 282 w 475"/>
                <a:gd name="T109" fmla="*/ 308 h 421"/>
                <a:gd name="T110" fmla="*/ 360 w 475"/>
                <a:gd name="T111" fmla="*/ 308 h 421"/>
                <a:gd name="T112" fmla="*/ 338 w 475"/>
                <a:gd name="T113" fmla="*/ 0 h 421"/>
                <a:gd name="T114" fmla="*/ 301 w 475"/>
                <a:gd name="T115" fmla="*/ 0 h 421"/>
                <a:gd name="T116" fmla="*/ 282 w 475"/>
                <a:gd name="T117" fmla="*/ 308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75" h="421">
                  <a:moveTo>
                    <a:pt x="383" y="308"/>
                  </a:moveTo>
                  <a:lnTo>
                    <a:pt x="459" y="308"/>
                  </a:lnTo>
                  <a:lnTo>
                    <a:pt x="440" y="0"/>
                  </a:lnTo>
                  <a:lnTo>
                    <a:pt x="400" y="0"/>
                  </a:lnTo>
                  <a:lnTo>
                    <a:pt x="383" y="308"/>
                  </a:lnTo>
                  <a:lnTo>
                    <a:pt x="383" y="308"/>
                  </a:lnTo>
                  <a:close/>
                  <a:moveTo>
                    <a:pt x="0" y="36"/>
                  </a:moveTo>
                  <a:lnTo>
                    <a:pt x="109" y="64"/>
                  </a:lnTo>
                  <a:lnTo>
                    <a:pt x="121" y="31"/>
                  </a:lnTo>
                  <a:lnTo>
                    <a:pt x="256" y="64"/>
                  </a:lnTo>
                  <a:lnTo>
                    <a:pt x="256" y="322"/>
                  </a:lnTo>
                  <a:lnTo>
                    <a:pt x="475" y="322"/>
                  </a:lnTo>
                  <a:lnTo>
                    <a:pt x="475" y="421"/>
                  </a:lnTo>
                  <a:lnTo>
                    <a:pt x="256" y="421"/>
                  </a:lnTo>
                  <a:lnTo>
                    <a:pt x="246" y="421"/>
                  </a:lnTo>
                  <a:lnTo>
                    <a:pt x="0" y="421"/>
                  </a:lnTo>
                  <a:lnTo>
                    <a:pt x="0" y="36"/>
                  </a:lnTo>
                  <a:lnTo>
                    <a:pt x="0" y="36"/>
                  </a:lnTo>
                  <a:close/>
                  <a:moveTo>
                    <a:pt x="40" y="109"/>
                  </a:moveTo>
                  <a:lnTo>
                    <a:pt x="40" y="128"/>
                  </a:lnTo>
                  <a:lnTo>
                    <a:pt x="130" y="128"/>
                  </a:lnTo>
                  <a:lnTo>
                    <a:pt x="130" y="109"/>
                  </a:lnTo>
                  <a:lnTo>
                    <a:pt x="40" y="109"/>
                  </a:lnTo>
                  <a:lnTo>
                    <a:pt x="40" y="109"/>
                  </a:lnTo>
                  <a:close/>
                  <a:moveTo>
                    <a:pt x="40" y="147"/>
                  </a:moveTo>
                  <a:lnTo>
                    <a:pt x="40" y="166"/>
                  </a:lnTo>
                  <a:lnTo>
                    <a:pt x="130" y="166"/>
                  </a:lnTo>
                  <a:lnTo>
                    <a:pt x="130" y="147"/>
                  </a:lnTo>
                  <a:lnTo>
                    <a:pt x="40" y="147"/>
                  </a:lnTo>
                  <a:lnTo>
                    <a:pt x="40" y="147"/>
                  </a:lnTo>
                  <a:close/>
                  <a:moveTo>
                    <a:pt x="40" y="187"/>
                  </a:moveTo>
                  <a:lnTo>
                    <a:pt x="40" y="204"/>
                  </a:lnTo>
                  <a:lnTo>
                    <a:pt x="130" y="204"/>
                  </a:lnTo>
                  <a:lnTo>
                    <a:pt x="130" y="187"/>
                  </a:lnTo>
                  <a:lnTo>
                    <a:pt x="40" y="187"/>
                  </a:lnTo>
                  <a:lnTo>
                    <a:pt x="40" y="187"/>
                  </a:lnTo>
                  <a:close/>
                  <a:moveTo>
                    <a:pt x="40" y="225"/>
                  </a:moveTo>
                  <a:lnTo>
                    <a:pt x="40" y="241"/>
                  </a:lnTo>
                  <a:lnTo>
                    <a:pt x="130" y="241"/>
                  </a:lnTo>
                  <a:lnTo>
                    <a:pt x="130" y="225"/>
                  </a:lnTo>
                  <a:lnTo>
                    <a:pt x="40" y="225"/>
                  </a:lnTo>
                  <a:lnTo>
                    <a:pt x="40" y="225"/>
                  </a:lnTo>
                  <a:close/>
                  <a:moveTo>
                    <a:pt x="40" y="263"/>
                  </a:moveTo>
                  <a:lnTo>
                    <a:pt x="40" y="282"/>
                  </a:lnTo>
                  <a:lnTo>
                    <a:pt x="130" y="282"/>
                  </a:lnTo>
                  <a:lnTo>
                    <a:pt x="130" y="263"/>
                  </a:lnTo>
                  <a:lnTo>
                    <a:pt x="40" y="263"/>
                  </a:lnTo>
                  <a:lnTo>
                    <a:pt x="40" y="263"/>
                  </a:lnTo>
                  <a:close/>
                  <a:moveTo>
                    <a:pt x="40" y="301"/>
                  </a:moveTo>
                  <a:lnTo>
                    <a:pt x="40" y="319"/>
                  </a:lnTo>
                  <a:lnTo>
                    <a:pt x="130" y="319"/>
                  </a:lnTo>
                  <a:lnTo>
                    <a:pt x="130" y="301"/>
                  </a:lnTo>
                  <a:lnTo>
                    <a:pt x="40" y="301"/>
                  </a:lnTo>
                  <a:lnTo>
                    <a:pt x="40" y="301"/>
                  </a:lnTo>
                  <a:close/>
                  <a:moveTo>
                    <a:pt x="282" y="308"/>
                  </a:moveTo>
                  <a:lnTo>
                    <a:pt x="360" y="308"/>
                  </a:lnTo>
                  <a:lnTo>
                    <a:pt x="338" y="0"/>
                  </a:lnTo>
                  <a:lnTo>
                    <a:pt x="301" y="0"/>
                  </a:lnTo>
                  <a:lnTo>
                    <a:pt x="282" y="3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65CEFB1-391C-23F0-A33B-6401B882B7DD}"/>
              </a:ext>
            </a:extLst>
          </p:cNvPr>
          <p:cNvGrpSpPr/>
          <p:nvPr/>
        </p:nvGrpSpPr>
        <p:grpSpPr>
          <a:xfrm>
            <a:off x="4966833" y="2859267"/>
            <a:ext cx="535962" cy="417994"/>
            <a:chOff x="6890552" y="3435578"/>
            <a:chExt cx="535962" cy="417994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711F2EA0-B050-75ED-1F63-398BC3171E4C}"/>
                </a:ext>
              </a:extLst>
            </p:cNvPr>
            <p:cNvSpPr/>
            <p:nvPr/>
          </p:nvSpPr>
          <p:spPr>
            <a:xfrm>
              <a:off x="6890552" y="3688236"/>
              <a:ext cx="535962" cy="16533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892BE4E6-D2C9-6645-24C3-8E4AC83D5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04247" y="3435578"/>
              <a:ext cx="308572" cy="334798"/>
            </a:xfrm>
            <a:custGeom>
              <a:avLst/>
              <a:gdLst>
                <a:gd name="T0" fmla="*/ 0 w 85"/>
                <a:gd name="T1" fmla="*/ 0 h 115"/>
                <a:gd name="T2" fmla="*/ 85 w 85"/>
                <a:gd name="T3" fmla="*/ 0 h 115"/>
                <a:gd name="T4" fmla="*/ 85 w 85"/>
                <a:gd name="T5" fmla="*/ 9 h 115"/>
                <a:gd name="T6" fmla="*/ 76 w 85"/>
                <a:gd name="T7" fmla="*/ 9 h 115"/>
                <a:gd name="T8" fmla="*/ 76 w 85"/>
                <a:gd name="T9" fmla="*/ 43 h 115"/>
                <a:gd name="T10" fmla="*/ 9 w 85"/>
                <a:gd name="T11" fmla="*/ 43 h 115"/>
                <a:gd name="T12" fmla="*/ 9 w 85"/>
                <a:gd name="T13" fmla="*/ 9 h 115"/>
                <a:gd name="T14" fmla="*/ 0 w 85"/>
                <a:gd name="T15" fmla="*/ 9 h 115"/>
                <a:gd name="T16" fmla="*/ 0 w 85"/>
                <a:gd name="T17" fmla="*/ 0 h 115"/>
                <a:gd name="T18" fmla="*/ 42 w 85"/>
                <a:gd name="T19" fmla="*/ 60 h 115"/>
                <a:gd name="T20" fmla="*/ 42 w 85"/>
                <a:gd name="T21" fmla="*/ 60 h 115"/>
                <a:gd name="T22" fmla="*/ 4 w 85"/>
                <a:gd name="T23" fmla="*/ 48 h 115"/>
                <a:gd name="T24" fmla="*/ 81 w 85"/>
                <a:gd name="T25" fmla="*/ 48 h 115"/>
                <a:gd name="T26" fmla="*/ 81 w 85"/>
                <a:gd name="T27" fmla="*/ 57 h 115"/>
                <a:gd name="T28" fmla="*/ 76 w 85"/>
                <a:gd name="T29" fmla="*/ 57 h 115"/>
                <a:gd name="T30" fmla="*/ 76 w 85"/>
                <a:gd name="T31" fmla="*/ 106 h 115"/>
                <a:gd name="T32" fmla="*/ 85 w 85"/>
                <a:gd name="T33" fmla="*/ 106 h 115"/>
                <a:gd name="T34" fmla="*/ 85 w 85"/>
                <a:gd name="T35" fmla="*/ 115 h 115"/>
                <a:gd name="T36" fmla="*/ 0 w 85"/>
                <a:gd name="T37" fmla="*/ 115 h 115"/>
                <a:gd name="T38" fmla="*/ 0 w 85"/>
                <a:gd name="T39" fmla="*/ 106 h 115"/>
                <a:gd name="T40" fmla="*/ 9 w 85"/>
                <a:gd name="T41" fmla="*/ 106 h 115"/>
                <a:gd name="T42" fmla="*/ 9 w 85"/>
                <a:gd name="T43" fmla="*/ 57 h 115"/>
                <a:gd name="T44" fmla="*/ 4 w 85"/>
                <a:gd name="T45" fmla="*/ 57 h 115"/>
                <a:gd name="T46" fmla="*/ 4 w 85"/>
                <a:gd name="T47" fmla="*/ 4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5" h="115">
                  <a:moveTo>
                    <a:pt x="0" y="0"/>
                  </a:moveTo>
                  <a:cubicBezTo>
                    <a:pt x="85" y="0"/>
                    <a:pt x="85" y="0"/>
                    <a:pt x="85" y="0"/>
                  </a:cubicBezTo>
                  <a:cubicBezTo>
                    <a:pt x="85" y="9"/>
                    <a:pt x="85" y="9"/>
                    <a:pt x="85" y="9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6" y="43"/>
                    <a:pt x="76" y="43"/>
                    <a:pt x="76" y="43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42" y="60"/>
                  </a:moveTo>
                  <a:cubicBezTo>
                    <a:pt x="0" y="108"/>
                    <a:pt x="85" y="108"/>
                    <a:pt x="42" y="60"/>
                  </a:cubicBezTo>
                  <a:close/>
                  <a:moveTo>
                    <a:pt x="4" y="48"/>
                  </a:moveTo>
                  <a:cubicBezTo>
                    <a:pt x="81" y="48"/>
                    <a:pt x="81" y="48"/>
                    <a:pt x="81" y="48"/>
                  </a:cubicBezTo>
                  <a:cubicBezTo>
                    <a:pt x="81" y="57"/>
                    <a:pt x="81" y="57"/>
                    <a:pt x="81" y="57"/>
                  </a:cubicBezTo>
                  <a:cubicBezTo>
                    <a:pt x="76" y="57"/>
                    <a:pt x="76" y="57"/>
                    <a:pt x="76" y="57"/>
                  </a:cubicBezTo>
                  <a:cubicBezTo>
                    <a:pt x="76" y="106"/>
                    <a:pt x="76" y="106"/>
                    <a:pt x="76" y="106"/>
                  </a:cubicBezTo>
                  <a:cubicBezTo>
                    <a:pt x="85" y="106"/>
                    <a:pt x="85" y="106"/>
                    <a:pt x="85" y="106"/>
                  </a:cubicBezTo>
                  <a:cubicBezTo>
                    <a:pt x="85" y="115"/>
                    <a:pt x="85" y="115"/>
                    <a:pt x="85" y="115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9" y="106"/>
                    <a:pt x="9" y="106"/>
                    <a:pt x="9" y="106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4" y="57"/>
                    <a:pt x="4" y="57"/>
                    <a:pt x="4" y="57"/>
                  </a:cubicBezTo>
                  <a:lnTo>
                    <a:pt x="4" y="48"/>
                  </a:lnTo>
                  <a:close/>
                </a:path>
              </a:pathLst>
            </a:custGeom>
            <a:solidFill>
              <a:srgbClr val="0505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4" name="Oval 63">
            <a:extLst>
              <a:ext uri="{FF2B5EF4-FFF2-40B4-BE49-F238E27FC236}">
                <a16:creationId xmlns:a16="http://schemas.microsoft.com/office/drawing/2014/main" id="{75A9E8A0-015B-CA06-9E15-9F6302D21D5A}"/>
              </a:ext>
            </a:extLst>
          </p:cNvPr>
          <p:cNvSpPr/>
          <p:nvPr/>
        </p:nvSpPr>
        <p:spPr>
          <a:xfrm>
            <a:off x="5995873" y="1788050"/>
            <a:ext cx="92917" cy="929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50DD2E-3578-FC3F-BB89-8174286B5BEE}"/>
              </a:ext>
            </a:extLst>
          </p:cNvPr>
          <p:cNvSpPr txBox="1"/>
          <p:nvPr/>
        </p:nvSpPr>
        <p:spPr>
          <a:xfrm>
            <a:off x="4926873" y="1069187"/>
            <a:ext cx="994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cs typeface="Times New Roman" panose="02020603050405020304" pitchFamily="18" charset="0"/>
              </a:rPr>
              <a:t>Onshore renewables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1BD413-C6C1-E642-9EB5-01C857CA6B2B}"/>
              </a:ext>
            </a:extLst>
          </p:cNvPr>
          <p:cNvSpPr txBox="1"/>
          <p:nvPr/>
        </p:nvSpPr>
        <p:spPr>
          <a:xfrm>
            <a:off x="7117622" y="1069186"/>
            <a:ext cx="1238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cs typeface="Times New Roman" panose="02020603050405020304" pitchFamily="18" charset="0"/>
              </a:rPr>
              <a:t>Thermal </a:t>
            </a:r>
            <a:r>
              <a:rPr lang="en-GB" sz="1200" dirty="0">
                <a:cs typeface="Times New Roman" panose="02020603050405020304" pitchFamily="18" charset="0"/>
              </a:rPr>
              <a:t>power plant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96C75B2-7DDF-2B67-8373-5B697C94E487}"/>
              </a:ext>
            </a:extLst>
          </p:cNvPr>
          <p:cNvCxnSpPr>
            <a:stCxn id="46" idx="4"/>
            <a:endCxn id="64" idx="0"/>
          </p:cNvCxnSpPr>
          <p:nvPr/>
        </p:nvCxnSpPr>
        <p:spPr>
          <a:xfrm>
            <a:off x="6042332" y="1531144"/>
            <a:ext cx="0" cy="256906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4B261A02-A6DF-562D-95FD-D23D39CFCB8F}"/>
              </a:ext>
            </a:extLst>
          </p:cNvPr>
          <p:cNvSpPr/>
          <p:nvPr/>
        </p:nvSpPr>
        <p:spPr>
          <a:xfrm>
            <a:off x="7847778" y="2068292"/>
            <a:ext cx="92917" cy="929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44D568-F65A-DA02-7CC1-B50468FB42C1}"/>
              </a:ext>
            </a:extLst>
          </p:cNvPr>
          <p:cNvSpPr txBox="1"/>
          <p:nvPr/>
        </p:nvSpPr>
        <p:spPr>
          <a:xfrm>
            <a:off x="3851208" y="2338600"/>
            <a:ext cx="1011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cs typeface="Times New Roman" panose="02020603050405020304" pitchFamily="18" charset="0"/>
              </a:rPr>
              <a:t>Onsite power-to-gas</a:t>
            </a:r>
            <a:endParaRPr lang="en-GB" sz="1200" dirty="0">
              <a:cs typeface="Times New Roman" panose="02020603050405020304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A737403-BCC0-80F1-640E-BC2AB23FB99F}"/>
              </a:ext>
            </a:extLst>
          </p:cNvPr>
          <p:cNvSpPr txBox="1"/>
          <p:nvPr/>
        </p:nvSpPr>
        <p:spPr>
          <a:xfrm>
            <a:off x="4908422" y="2341420"/>
            <a:ext cx="655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cs typeface="Times New Roman" panose="02020603050405020304" pitchFamily="18" charset="0"/>
              </a:rPr>
              <a:t>Gas </a:t>
            </a:r>
          </a:p>
          <a:p>
            <a:pPr algn="ctr"/>
            <a:r>
              <a:rPr lang="en-US" altLang="zh-CN" sz="1200" dirty="0">
                <a:cs typeface="Times New Roman" panose="02020603050405020304" pitchFamily="18" charset="0"/>
              </a:rPr>
              <a:t>storage</a:t>
            </a:r>
            <a:endParaRPr lang="en-GB" sz="1200" dirty="0"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12E00D-503D-5ECD-FECF-A7A9708EF457}"/>
              </a:ext>
            </a:extLst>
          </p:cNvPr>
          <p:cNvSpPr txBox="1"/>
          <p:nvPr/>
        </p:nvSpPr>
        <p:spPr>
          <a:xfrm>
            <a:off x="5911348" y="2341419"/>
            <a:ext cx="955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cs typeface="Times New Roman" panose="02020603050405020304" pitchFamily="18" charset="0"/>
              </a:rPr>
              <a:t>Gas-fired power plant</a:t>
            </a:r>
            <a:endParaRPr lang="en-GB" sz="1200" dirty="0"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6778298-EA1E-20BD-0464-151A5265F6D5}"/>
              </a:ext>
            </a:extLst>
          </p:cNvPr>
          <p:cNvSpPr txBox="1"/>
          <p:nvPr/>
        </p:nvSpPr>
        <p:spPr>
          <a:xfrm>
            <a:off x="7337712" y="2337372"/>
            <a:ext cx="114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cs typeface="Times New Roman" panose="02020603050405020304" pitchFamily="18" charset="0"/>
              </a:rPr>
              <a:t>Onshore power-to-gas</a:t>
            </a:r>
            <a:endParaRPr lang="en-GB" sz="1200" dirty="0">
              <a:cs typeface="Times New Roman" panose="02020603050405020304" pitchFamily="18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8D75F1A-50A9-600F-E78A-5F0E35FB162A}"/>
              </a:ext>
            </a:extLst>
          </p:cNvPr>
          <p:cNvGrpSpPr/>
          <p:nvPr/>
        </p:nvGrpSpPr>
        <p:grpSpPr>
          <a:xfrm>
            <a:off x="7677511" y="2839613"/>
            <a:ext cx="437648" cy="437648"/>
            <a:chOff x="5177108" y="3165329"/>
            <a:chExt cx="437648" cy="437648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17B5440-CB7E-5F1F-4FC4-48B7A999C3C5}"/>
                </a:ext>
              </a:extLst>
            </p:cNvPr>
            <p:cNvSpPr/>
            <p:nvPr/>
          </p:nvSpPr>
          <p:spPr>
            <a:xfrm>
              <a:off x="5177108" y="3165329"/>
              <a:ext cx="437648" cy="43764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Freeform 53">
              <a:extLst>
                <a:ext uri="{FF2B5EF4-FFF2-40B4-BE49-F238E27FC236}">
                  <a16:creationId xmlns:a16="http://schemas.microsoft.com/office/drawing/2014/main" id="{51911EC4-E7E3-A26E-B489-52D2BD760D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2302" y="3218058"/>
              <a:ext cx="367259" cy="332189"/>
            </a:xfrm>
            <a:custGeom>
              <a:avLst/>
              <a:gdLst>
                <a:gd name="T0" fmla="*/ 70 w 147"/>
                <a:gd name="T1" fmla="*/ 0 h 133"/>
                <a:gd name="T2" fmla="*/ 74 w 147"/>
                <a:gd name="T3" fmla="*/ 114 h 133"/>
                <a:gd name="T4" fmla="*/ 70 w 147"/>
                <a:gd name="T5" fmla="*/ 96 h 133"/>
                <a:gd name="T6" fmla="*/ 82 w 147"/>
                <a:gd name="T7" fmla="*/ 67 h 133"/>
                <a:gd name="T8" fmla="*/ 104 w 147"/>
                <a:gd name="T9" fmla="*/ 56 h 133"/>
                <a:gd name="T10" fmla="*/ 70 w 147"/>
                <a:gd name="T11" fmla="*/ 0 h 133"/>
                <a:gd name="T12" fmla="*/ 105 w 147"/>
                <a:gd name="T13" fmla="*/ 74 h 133"/>
                <a:gd name="T14" fmla="*/ 121 w 147"/>
                <a:gd name="T15" fmla="*/ 74 h 133"/>
                <a:gd name="T16" fmla="*/ 112 w 147"/>
                <a:gd name="T17" fmla="*/ 91 h 133"/>
                <a:gd name="T18" fmla="*/ 123 w 147"/>
                <a:gd name="T19" fmla="*/ 98 h 133"/>
                <a:gd name="T20" fmla="*/ 104 w 147"/>
                <a:gd name="T21" fmla="*/ 118 h 133"/>
                <a:gd name="T22" fmla="*/ 111 w 147"/>
                <a:gd name="T23" fmla="*/ 98 h 133"/>
                <a:gd name="T24" fmla="*/ 97 w 147"/>
                <a:gd name="T25" fmla="*/ 96 h 133"/>
                <a:gd name="T26" fmla="*/ 105 w 147"/>
                <a:gd name="T27" fmla="*/ 74 h 133"/>
                <a:gd name="T28" fmla="*/ 110 w 147"/>
                <a:gd name="T29" fmla="*/ 59 h 133"/>
                <a:gd name="T30" fmla="*/ 136 w 147"/>
                <a:gd name="T31" fmla="*/ 69 h 133"/>
                <a:gd name="T32" fmla="*/ 147 w 147"/>
                <a:gd name="T33" fmla="*/ 96 h 133"/>
                <a:gd name="T34" fmla="*/ 136 w 147"/>
                <a:gd name="T35" fmla="*/ 122 h 133"/>
                <a:gd name="T36" fmla="*/ 110 w 147"/>
                <a:gd name="T37" fmla="*/ 133 h 133"/>
                <a:gd name="T38" fmla="*/ 84 w 147"/>
                <a:gd name="T39" fmla="*/ 122 h 133"/>
                <a:gd name="T40" fmla="*/ 73 w 147"/>
                <a:gd name="T41" fmla="*/ 96 h 133"/>
                <a:gd name="T42" fmla="*/ 84 w 147"/>
                <a:gd name="T43" fmla="*/ 69 h 133"/>
                <a:gd name="T44" fmla="*/ 110 w 147"/>
                <a:gd name="T45" fmla="*/ 59 h 133"/>
                <a:gd name="T46" fmla="*/ 130 w 147"/>
                <a:gd name="T47" fmla="*/ 76 h 133"/>
                <a:gd name="T48" fmla="*/ 138 w 147"/>
                <a:gd name="T49" fmla="*/ 96 h 133"/>
                <a:gd name="T50" fmla="*/ 130 w 147"/>
                <a:gd name="T51" fmla="*/ 115 h 133"/>
                <a:gd name="T52" fmla="*/ 110 w 147"/>
                <a:gd name="T53" fmla="*/ 124 h 133"/>
                <a:gd name="T54" fmla="*/ 91 w 147"/>
                <a:gd name="T55" fmla="*/ 115 h 133"/>
                <a:gd name="T56" fmla="*/ 82 w 147"/>
                <a:gd name="T57" fmla="*/ 96 h 133"/>
                <a:gd name="T58" fmla="*/ 91 w 147"/>
                <a:gd name="T59" fmla="*/ 76 h 133"/>
                <a:gd name="T60" fmla="*/ 110 w 147"/>
                <a:gd name="T61" fmla="*/ 68 h 133"/>
                <a:gd name="T62" fmla="*/ 130 w 147"/>
                <a:gd name="T63" fmla="*/ 76 h 133"/>
                <a:gd name="T64" fmla="*/ 41 w 147"/>
                <a:gd name="T65" fmla="*/ 76 h 133"/>
                <a:gd name="T66" fmla="*/ 70 w 147"/>
                <a:gd name="T67" fmla="*/ 14 h 133"/>
                <a:gd name="T68" fmla="*/ 41 w 147"/>
                <a:gd name="T69" fmla="*/ 76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" h="133">
                  <a:moveTo>
                    <a:pt x="70" y="0"/>
                  </a:moveTo>
                  <a:cubicBezTo>
                    <a:pt x="0" y="80"/>
                    <a:pt x="40" y="118"/>
                    <a:pt x="74" y="114"/>
                  </a:cubicBezTo>
                  <a:cubicBezTo>
                    <a:pt x="71" y="109"/>
                    <a:pt x="70" y="102"/>
                    <a:pt x="70" y="96"/>
                  </a:cubicBezTo>
                  <a:cubicBezTo>
                    <a:pt x="70" y="84"/>
                    <a:pt x="74" y="74"/>
                    <a:pt x="82" y="67"/>
                  </a:cubicBezTo>
                  <a:cubicBezTo>
                    <a:pt x="88" y="61"/>
                    <a:pt x="96" y="57"/>
                    <a:pt x="104" y="56"/>
                  </a:cubicBezTo>
                  <a:cubicBezTo>
                    <a:pt x="99" y="40"/>
                    <a:pt x="88" y="22"/>
                    <a:pt x="70" y="0"/>
                  </a:cubicBezTo>
                  <a:close/>
                  <a:moveTo>
                    <a:pt x="105" y="74"/>
                  </a:moveTo>
                  <a:cubicBezTo>
                    <a:pt x="121" y="74"/>
                    <a:pt x="121" y="74"/>
                    <a:pt x="121" y="7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23" y="98"/>
                    <a:pt x="123" y="98"/>
                    <a:pt x="123" y="98"/>
                  </a:cubicBezTo>
                  <a:cubicBezTo>
                    <a:pt x="104" y="118"/>
                    <a:pt x="104" y="118"/>
                    <a:pt x="104" y="118"/>
                  </a:cubicBezTo>
                  <a:cubicBezTo>
                    <a:pt x="111" y="98"/>
                    <a:pt x="111" y="98"/>
                    <a:pt x="111" y="98"/>
                  </a:cubicBezTo>
                  <a:cubicBezTo>
                    <a:pt x="97" y="96"/>
                    <a:pt x="97" y="96"/>
                    <a:pt x="97" y="96"/>
                  </a:cubicBezTo>
                  <a:cubicBezTo>
                    <a:pt x="105" y="74"/>
                    <a:pt x="105" y="74"/>
                    <a:pt x="105" y="74"/>
                  </a:cubicBezTo>
                  <a:close/>
                  <a:moveTo>
                    <a:pt x="110" y="59"/>
                  </a:moveTo>
                  <a:cubicBezTo>
                    <a:pt x="120" y="59"/>
                    <a:pt x="130" y="63"/>
                    <a:pt x="136" y="69"/>
                  </a:cubicBezTo>
                  <a:cubicBezTo>
                    <a:pt x="143" y="76"/>
                    <a:pt x="147" y="85"/>
                    <a:pt x="147" y="96"/>
                  </a:cubicBezTo>
                  <a:cubicBezTo>
                    <a:pt x="147" y="106"/>
                    <a:pt x="143" y="115"/>
                    <a:pt x="136" y="122"/>
                  </a:cubicBezTo>
                  <a:cubicBezTo>
                    <a:pt x="130" y="129"/>
                    <a:pt x="120" y="133"/>
                    <a:pt x="110" y="133"/>
                  </a:cubicBezTo>
                  <a:cubicBezTo>
                    <a:pt x="100" y="133"/>
                    <a:pt x="91" y="129"/>
                    <a:pt x="84" y="122"/>
                  </a:cubicBezTo>
                  <a:cubicBezTo>
                    <a:pt x="77" y="115"/>
                    <a:pt x="73" y="106"/>
                    <a:pt x="73" y="96"/>
                  </a:cubicBezTo>
                  <a:cubicBezTo>
                    <a:pt x="73" y="85"/>
                    <a:pt x="77" y="76"/>
                    <a:pt x="84" y="69"/>
                  </a:cubicBezTo>
                  <a:cubicBezTo>
                    <a:pt x="91" y="63"/>
                    <a:pt x="100" y="59"/>
                    <a:pt x="110" y="59"/>
                  </a:cubicBezTo>
                  <a:close/>
                  <a:moveTo>
                    <a:pt x="130" y="76"/>
                  </a:moveTo>
                  <a:cubicBezTo>
                    <a:pt x="135" y="81"/>
                    <a:pt x="138" y="88"/>
                    <a:pt x="138" y="96"/>
                  </a:cubicBezTo>
                  <a:cubicBezTo>
                    <a:pt x="138" y="103"/>
                    <a:pt x="135" y="110"/>
                    <a:pt x="130" y="115"/>
                  </a:cubicBezTo>
                  <a:cubicBezTo>
                    <a:pt x="125" y="120"/>
                    <a:pt x="118" y="124"/>
                    <a:pt x="110" y="124"/>
                  </a:cubicBezTo>
                  <a:cubicBezTo>
                    <a:pt x="103" y="124"/>
                    <a:pt x="96" y="120"/>
                    <a:pt x="91" y="115"/>
                  </a:cubicBezTo>
                  <a:cubicBezTo>
                    <a:pt x="85" y="110"/>
                    <a:pt x="82" y="103"/>
                    <a:pt x="82" y="96"/>
                  </a:cubicBezTo>
                  <a:cubicBezTo>
                    <a:pt x="82" y="88"/>
                    <a:pt x="85" y="81"/>
                    <a:pt x="91" y="76"/>
                  </a:cubicBezTo>
                  <a:cubicBezTo>
                    <a:pt x="96" y="71"/>
                    <a:pt x="103" y="68"/>
                    <a:pt x="110" y="68"/>
                  </a:cubicBezTo>
                  <a:cubicBezTo>
                    <a:pt x="118" y="68"/>
                    <a:pt x="125" y="71"/>
                    <a:pt x="130" y="76"/>
                  </a:cubicBezTo>
                  <a:close/>
                  <a:moveTo>
                    <a:pt x="41" y="76"/>
                  </a:moveTo>
                  <a:cubicBezTo>
                    <a:pt x="43" y="50"/>
                    <a:pt x="55" y="34"/>
                    <a:pt x="70" y="14"/>
                  </a:cubicBezTo>
                  <a:cubicBezTo>
                    <a:pt x="72" y="35"/>
                    <a:pt x="74" y="81"/>
                    <a:pt x="41" y="76"/>
                  </a:cubicBezTo>
                  <a:close/>
                </a:path>
              </a:pathLst>
            </a:custGeom>
            <a:solidFill>
              <a:srgbClr val="0505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76" name="Oval 75">
            <a:extLst>
              <a:ext uri="{FF2B5EF4-FFF2-40B4-BE49-F238E27FC236}">
                <a16:creationId xmlns:a16="http://schemas.microsoft.com/office/drawing/2014/main" id="{25A16DBA-E13E-4B76-F822-B7BE32F17BB1}"/>
              </a:ext>
            </a:extLst>
          </p:cNvPr>
          <p:cNvSpPr/>
          <p:nvPr/>
        </p:nvSpPr>
        <p:spPr>
          <a:xfrm>
            <a:off x="4319480" y="1995746"/>
            <a:ext cx="92917" cy="929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663E466-8727-107B-D9BA-E44EF236898D}"/>
              </a:ext>
            </a:extLst>
          </p:cNvPr>
          <p:cNvCxnSpPr>
            <a:stCxn id="76" idx="4"/>
            <a:endCxn id="56" idx="0"/>
          </p:cNvCxnSpPr>
          <p:nvPr/>
        </p:nvCxnSpPr>
        <p:spPr>
          <a:xfrm flipH="1">
            <a:off x="4364696" y="2088663"/>
            <a:ext cx="1243" cy="750950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8B70ED7E-DA75-F075-14BD-4C8B68884383}"/>
              </a:ext>
            </a:extLst>
          </p:cNvPr>
          <p:cNvSpPr/>
          <p:nvPr/>
        </p:nvSpPr>
        <p:spPr>
          <a:xfrm rot="18285401" flipV="1">
            <a:off x="2232835" y="2825409"/>
            <a:ext cx="2892385" cy="104668"/>
          </a:xfrm>
          <a:custGeom>
            <a:avLst/>
            <a:gdLst>
              <a:gd name="connsiteX0" fmla="*/ 0 w 3184525"/>
              <a:gd name="connsiteY0" fmla="*/ 0 h 228600"/>
              <a:gd name="connsiteX1" fmla="*/ 250825 w 3184525"/>
              <a:gd name="connsiteY1" fmla="*/ 215900 h 228600"/>
              <a:gd name="connsiteX2" fmla="*/ 504825 w 3184525"/>
              <a:gd name="connsiteY2" fmla="*/ 12700 h 228600"/>
              <a:gd name="connsiteX3" fmla="*/ 777875 w 3184525"/>
              <a:gd name="connsiteY3" fmla="*/ 222250 h 228600"/>
              <a:gd name="connsiteX4" fmla="*/ 1025525 w 3184525"/>
              <a:gd name="connsiteY4" fmla="*/ 15875 h 228600"/>
              <a:gd name="connsiteX5" fmla="*/ 1279525 w 3184525"/>
              <a:gd name="connsiteY5" fmla="*/ 222250 h 228600"/>
              <a:gd name="connsiteX6" fmla="*/ 1530350 w 3184525"/>
              <a:gd name="connsiteY6" fmla="*/ 9525 h 228600"/>
              <a:gd name="connsiteX7" fmla="*/ 1768475 w 3184525"/>
              <a:gd name="connsiteY7" fmla="*/ 225425 h 228600"/>
              <a:gd name="connsiteX8" fmla="*/ 1987550 w 3184525"/>
              <a:gd name="connsiteY8" fmla="*/ 9525 h 228600"/>
              <a:gd name="connsiteX9" fmla="*/ 2235200 w 3184525"/>
              <a:gd name="connsiteY9" fmla="*/ 228600 h 228600"/>
              <a:gd name="connsiteX10" fmla="*/ 2473325 w 3184525"/>
              <a:gd name="connsiteY10" fmla="*/ 6350 h 228600"/>
              <a:gd name="connsiteX11" fmla="*/ 2740025 w 3184525"/>
              <a:gd name="connsiteY11" fmla="*/ 219075 h 228600"/>
              <a:gd name="connsiteX12" fmla="*/ 2974975 w 3184525"/>
              <a:gd name="connsiteY12" fmla="*/ 9525 h 228600"/>
              <a:gd name="connsiteX13" fmla="*/ 3184525 w 3184525"/>
              <a:gd name="connsiteY13" fmla="*/ 225425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84525" h="228600">
                <a:moveTo>
                  <a:pt x="0" y="0"/>
                </a:moveTo>
                <a:cubicBezTo>
                  <a:pt x="83344" y="106891"/>
                  <a:pt x="166688" y="213783"/>
                  <a:pt x="250825" y="215900"/>
                </a:cubicBezTo>
                <a:cubicBezTo>
                  <a:pt x="334962" y="218017"/>
                  <a:pt x="416983" y="11642"/>
                  <a:pt x="504825" y="12700"/>
                </a:cubicBezTo>
                <a:cubicBezTo>
                  <a:pt x="592667" y="13758"/>
                  <a:pt x="691092" y="221721"/>
                  <a:pt x="777875" y="222250"/>
                </a:cubicBezTo>
                <a:cubicBezTo>
                  <a:pt x="864658" y="222779"/>
                  <a:pt x="941917" y="15875"/>
                  <a:pt x="1025525" y="15875"/>
                </a:cubicBezTo>
                <a:cubicBezTo>
                  <a:pt x="1109133" y="15875"/>
                  <a:pt x="1195388" y="223308"/>
                  <a:pt x="1279525" y="222250"/>
                </a:cubicBezTo>
                <a:cubicBezTo>
                  <a:pt x="1363662" y="221192"/>
                  <a:pt x="1448858" y="8996"/>
                  <a:pt x="1530350" y="9525"/>
                </a:cubicBezTo>
                <a:cubicBezTo>
                  <a:pt x="1611842" y="10054"/>
                  <a:pt x="1692275" y="225425"/>
                  <a:pt x="1768475" y="225425"/>
                </a:cubicBezTo>
                <a:cubicBezTo>
                  <a:pt x="1844675" y="225425"/>
                  <a:pt x="1909763" y="8996"/>
                  <a:pt x="1987550" y="9525"/>
                </a:cubicBezTo>
                <a:cubicBezTo>
                  <a:pt x="2065338" y="10054"/>
                  <a:pt x="2154238" y="229129"/>
                  <a:pt x="2235200" y="228600"/>
                </a:cubicBezTo>
                <a:cubicBezTo>
                  <a:pt x="2316162" y="228071"/>
                  <a:pt x="2389188" y="7938"/>
                  <a:pt x="2473325" y="6350"/>
                </a:cubicBezTo>
                <a:cubicBezTo>
                  <a:pt x="2557463" y="4763"/>
                  <a:pt x="2656417" y="218546"/>
                  <a:pt x="2740025" y="219075"/>
                </a:cubicBezTo>
                <a:cubicBezTo>
                  <a:pt x="2823633" y="219604"/>
                  <a:pt x="2900892" y="8467"/>
                  <a:pt x="2974975" y="9525"/>
                </a:cubicBezTo>
                <a:cubicBezTo>
                  <a:pt x="3049058" y="10583"/>
                  <a:pt x="3116791" y="118004"/>
                  <a:pt x="3184525" y="225425"/>
                </a:cubicBez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A6BEF5A-C20B-3520-B912-D219AE5C0ED8}"/>
              </a:ext>
            </a:extLst>
          </p:cNvPr>
          <p:cNvGrpSpPr/>
          <p:nvPr/>
        </p:nvGrpSpPr>
        <p:grpSpPr>
          <a:xfrm>
            <a:off x="2356298" y="3378200"/>
            <a:ext cx="535962" cy="419330"/>
            <a:chOff x="8028451" y="982937"/>
            <a:chExt cx="535962" cy="41933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76839DBE-FD6C-EE10-251F-F879E12ABA13}"/>
                </a:ext>
              </a:extLst>
            </p:cNvPr>
            <p:cNvSpPr/>
            <p:nvPr/>
          </p:nvSpPr>
          <p:spPr>
            <a:xfrm>
              <a:off x="8028451" y="1236931"/>
              <a:ext cx="535962" cy="16533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1" name="组合 633">
              <a:extLst>
                <a:ext uri="{FF2B5EF4-FFF2-40B4-BE49-F238E27FC236}">
                  <a16:creationId xmlns:a16="http://schemas.microsoft.com/office/drawing/2014/main" id="{B1D852D9-944E-AE8C-D735-392F3C147434}"/>
                </a:ext>
              </a:extLst>
            </p:cNvPr>
            <p:cNvGrpSpPr/>
            <p:nvPr/>
          </p:nvGrpSpPr>
          <p:grpSpPr>
            <a:xfrm>
              <a:off x="8151800" y="982937"/>
              <a:ext cx="296129" cy="332189"/>
              <a:chOff x="1778958" y="1847195"/>
              <a:chExt cx="835944" cy="937737"/>
            </a:xfrm>
            <a:solidFill>
              <a:schemeClr val="tx1"/>
            </a:solidFill>
          </p:grpSpPr>
          <p:sp>
            <p:nvSpPr>
              <p:cNvPr id="82" name="Rectangle 47">
                <a:extLst>
                  <a:ext uri="{FF2B5EF4-FFF2-40B4-BE49-F238E27FC236}">
                    <a16:creationId xmlns:a16="http://schemas.microsoft.com/office/drawing/2014/main" id="{20AF7FF2-6762-1537-C281-107C3ECD2F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8958" y="2420942"/>
                <a:ext cx="835944" cy="6169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48">
                <a:extLst>
                  <a:ext uri="{FF2B5EF4-FFF2-40B4-BE49-F238E27FC236}">
                    <a16:creationId xmlns:a16="http://schemas.microsoft.com/office/drawing/2014/main" id="{2C914CA4-DD2D-D883-EA00-F4820D80D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6091" y="1908889"/>
                <a:ext cx="80201" cy="249858"/>
              </a:xfrm>
              <a:custGeom>
                <a:avLst/>
                <a:gdLst>
                  <a:gd name="T0" fmla="*/ 19 w 26"/>
                  <a:gd name="T1" fmla="*/ 58 h 81"/>
                  <a:gd name="T2" fmla="*/ 26 w 26"/>
                  <a:gd name="T3" fmla="*/ 70 h 81"/>
                  <a:gd name="T4" fmla="*/ 19 w 26"/>
                  <a:gd name="T5" fmla="*/ 70 h 81"/>
                  <a:gd name="T6" fmla="*/ 16 w 26"/>
                  <a:gd name="T7" fmla="*/ 65 h 81"/>
                  <a:gd name="T8" fmla="*/ 10 w 26"/>
                  <a:gd name="T9" fmla="*/ 65 h 81"/>
                  <a:gd name="T10" fmla="*/ 7 w 26"/>
                  <a:gd name="T11" fmla="*/ 70 h 81"/>
                  <a:gd name="T12" fmla="*/ 10 w 26"/>
                  <a:gd name="T13" fmla="*/ 75 h 81"/>
                  <a:gd name="T14" fmla="*/ 13 w 26"/>
                  <a:gd name="T15" fmla="*/ 75 h 81"/>
                  <a:gd name="T16" fmla="*/ 13 w 26"/>
                  <a:gd name="T17" fmla="*/ 81 h 81"/>
                  <a:gd name="T18" fmla="*/ 7 w 26"/>
                  <a:gd name="T19" fmla="*/ 81 h 81"/>
                  <a:gd name="T20" fmla="*/ 0 w 26"/>
                  <a:gd name="T21" fmla="*/ 70 h 81"/>
                  <a:gd name="T22" fmla="*/ 7 w 26"/>
                  <a:gd name="T23" fmla="*/ 58 h 81"/>
                  <a:gd name="T24" fmla="*/ 11 w 26"/>
                  <a:gd name="T25" fmla="*/ 58 h 81"/>
                  <a:gd name="T26" fmla="*/ 11 w 26"/>
                  <a:gd name="T27" fmla="*/ 0 h 81"/>
                  <a:gd name="T28" fmla="*/ 14 w 26"/>
                  <a:gd name="T29" fmla="*/ 0 h 81"/>
                  <a:gd name="T30" fmla="*/ 14 w 26"/>
                  <a:gd name="T31" fmla="*/ 58 h 81"/>
                  <a:gd name="T32" fmla="*/ 19 w 26"/>
                  <a:gd name="T33" fmla="*/ 58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6" h="81">
                    <a:moveTo>
                      <a:pt x="19" y="58"/>
                    </a:moveTo>
                    <a:lnTo>
                      <a:pt x="26" y="70"/>
                    </a:lnTo>
                    <a:lnTo>
                      <a:pt x="19" y="70"/>
                    </a:lnTo>
                    <a:lnTo>
                      <a:pt x="16" y="65"/>
                    </a:lnTo>
                    <a:lnTo>
                      <a:pt x="10" y="65"/>
                    </a:lnTo>
                    <a:lnTo>
                      <a:pt x="7" y="70"/>
                    </a:lnTo>
                    <a:lnTo>
                      <a:pt x="10" y="75"/>
                    </a:lnTo>
                    <a:lnTo>
                      <a:pt x="13" y="75"/>
                    </a:lnTo>
                    <a:lnTo>
                      <a:pt x="13" y="81"/>
                    </a:lnTo>
                    <a:lnTo>
                      <a:pt x="7" y="81"/>
                    </a:lnTo>
                    <a:lnTo>
                      <a:pt x="0" y="70"/>
                    </a:lnTo>
                    <a:lnTo>
                      <a:pt x="7" y="58"/>
                    </a:lnTo>
                    <a:lnTo>
                      <a:pt x="11" y="58"/>
                    </a:lnTo>
                    <a:lnTo>
                      <a:pt x="11" y="0"/>
                    </a:lnTo>
                    <a:lnTo>
                      <a:pt x="14" y="0"/>
                    </a:lnTo>
                    <a:lnTo>
                      <a:pt x="14" y="58"/>
                    </a:lnTo>
                    <a:lnTo>
                      <a:pt x="19" y="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49">
                <a:extLst>
                  <a:ext uri="{FF2B5EF4-FFF2-40B4-BE49-F238E27FC236}">
                    <a16:creationId xmlns:a16="http://schemas.microsoft.com/office/drawing/2014/main" id="{BAF67CCC-6956-0330-A975-7CCF978C2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6635" y="2501143"/>
                <a:ext cx="148064" cy="67863"/>
              </a:xfrm>
              <a:custGeom>
                <a:avLst/>
                <a:gdLst>
                  <a:gd name="T0" fmla="*/ 43 w 43"/>
                  <a:gd name="T1" fmla="*/ 0 h 20"/>
                  <a:gd name="T2" fmla="*/ 43 w 43"/>
                  <a:gd name="T3" fmla="*/ 10 h 20"/>
                  <a:gd name="T4" fmla="*/ 33 w 43"/>
                  <a:gd name="T5" fmla="*/ 20 h 20"/>
                  <a:gd name="T6" fmla="*/ 10 w 43"/>
                  <a:gd name="T7" fmla="*/ 20 h 20"/>
                  <a:gd name="T8" fmla="*/ 0 w 43"/>
                  <a:gd name="T9" fmla="*/ 10 h 20"/>
                  <a:gd name="T10" fmla="*/ 0 w 43"/>
                  <a:gd name="T11" fmla="*/ 0 h 20"/>
                  <a:gd name="T12" fmla="*/ 4 w 43"/>
                  <a:gd name="T13" fmla="*/ 0 h 20"/>
                  <a:gd name="T14" fmla="*/ 4 w 43"/>
                  <a:gd name="T15" fmla="*/ 8 h 20"/>
                  <a:gd name="T16" fmla="*/ 6 w 43"/>
                  <a:gd name="T17" fmla="*/ 10 h 20"/>
                  <a:gd name="T18" fmla="*/ 8 w 43"/>
                  <a:gd name="T19" fmla="*/ 8 h 20"/>
                  <a:gd name="T20" fmla="*/ 8 w 43"/>
                  <a:gd name="T21" fmla="*/ 0 h 20"/>
                  <a:gd name="T22" fmla="*/ 14 w 43"/>
                  <a:gd name="T23" fmla="*/ 0 h 20"/>
                  <a:gd name="T24" fmla="*/ 14 w 43"/>
                  <a:gd name="T25" fmla="*/ 8 h 20"/>
                  <a:gd name="T26" fmla="*/ 16 w 43"/>
                  <a:gd name="T27" fmla="*/ 10 h 20"/>
                  <a:gd name="T28" fmla="*/ 18 w 43"/>
                  <a:gd name="T29" fmla="*/ 8 h 20"/>
                  <a:gd name="T30" fmla="*/ 18 w 43"/>
                  <a:gd name="T31" fmla="*/ 0 h 20"/>
                  <a:gd name="T32" fmla="*/ 24 w 43"/>
                  <a:gd name="T33" fmla="*/ 0 h 20"/>
                  <a:gd name="T34" fmla="*/ 24 w 43"/>
                  <a:gd name="T35" fmla="*/ 8 h 20"/>
                  <a:gd name="T36" fmla="*/ 27 w 43"/>
                  <a:gd name="T37" fmla="*/ 10 h 20"/>
                  <a:gd name="T38" fmla="*/ 29 w 43"/>
                  <a:gd name="T39" fmla="*/ 8 h 20"/>
                  <a:gd name="T40" fmla="*/ 29 w 43"/>
                  <a:gd name="T41" fmla="*/ 0 h 20"/>
                  <a:gd name="T42" fmla="*/ 34 w 43"/>
                  <a:gd name="T43" fmla="*/ 0 h 20"/>
                  <a:gd name="T44" fmla="*/ 34 w 43"/>
                  <a:gd name="T45" fmla="*/ 8 h 20"/>
                  <a:gd name="T46" fmla="*/ 36 w 43"/>
                  <a:gd name="T47" fmla="*/ 10 h 20"/>
                  <a:gd name="T48" fmla="*/ 38 w 43"/>
                  <a:gd name="T49" fmla="*/ 8 h 20"/>
                  <a:gd name="T50" fmla="*/ 38 w 43"/>
                  <a:gd name="T51" fmla="*/ 0 h 20"/>
                  <a:gd name="T52" fmla="*/ 43 w 43"/>
                  <a:gd name="T5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3" h="20">
                    <a:moveTo>
                      <a:pt x="43" y="0"/>
                    </a:moveTo>
                    <a:cubicBezTo>
                      <a:pt x="43" y="10"/>
                      <a:pt x="43" y="10"/>
                      <a:pt x="43" y="10"/>
                    </a:cubicBezTo>
                    <a:cubicBezTo>
                      <a:pt x="43" y="15"/>
                      <a:pt x="39" y="20"/>
                      <a:pt x="33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4" y="20"/>
                      <a:pt x="0" y="15"/>
                      <a:pt x="0" y="1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9"/>
                      <a:pt x="5" y="10"/>
                      <a:pt x="6" y="10"/>
                    </a:cubicBezTo>
                    <a:cubicBezTo>
                      <a:pt x="7" y="10"/>
                      <a:pt x="8" y="9"/>
                      <a:pt x="8" y="8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9"/>
                      <a:pt x="15" y="10"/>
                      <a:pt x="16" y="10"/>
                    </a:cubicBezTo>
                    <a:cubicBezTo>
                      <a:pt x="17" y="10"/>
                      <a:pt x="18" y="9"/>
                      <a:pt x="18" y="8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9"/>
                      <a:pt x="25" y="10"/>
                      <a:pt x="27" y="10"/>
                    </a:cubicBezTo>
                    <a:cubicBezTo>
                      <a:pt x="28" y="10"/>
                      <a:pt x="29" y="9"/>
                      <a:pt x="29" y="8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9"/>
                      <a:pt x="35" y="10"/>
                      <a:pt x="36" y="10"/>
                    </a:cubicBezTo>
                    <a:cubicBezTo>
                      <a:pt x="37" y="10"/>
                      <a:pt x="38" y="9"/>
                      <a:pt x="38" y="8"/>
                    </a:cubicBezTo>
                    <a:cubicBezTo>
                      <a:pt x="38" y="0"/>
                      <a:pt x="38" y="0"/>
                      <a:pt x="38" y="0"/>
                    </a:cubicBezTo>
                    <a:lnTo>
                      <a:pt x="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50">
                <a:extLst>
                  <a:ext uri="{FF2B5EF4-FFF2-40B4-BE49-F238E27FC236}">
                    <a16:creationId xmlns:a16="http://schemas.microsoft.com/office/drawing/2014/main" id="{6F662671-C960-31EE-B3C6-3BD6A26136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42444" y="1847195"/>
                <a:ext cx="592255" cy="552155"/>
              </a:xfrm>
              <a:custGeom>
                <a:avLst/>
                <a:gdLst>
                  <a:gd name="T0" fmla="*/ 171 w 171"/>
                  <a:gd name="T1" fmla="*/ 0 h 159"/>
                  <a:gd name="T2" fmla="*/ 171 w 171"/>
                  <a:gd name="T3" fmla="*/ 11 h 159"/>
                  <a:gd name="T4" fmla="*/ 92 w 171"/>
                  <a:gd name="T5" fmla="*/ 11 h 159"/>
                  <a:gd name="T6" fmla="*/ 129 w 171"/>
                  <a:gd name="T7" fmla="*/ 135 h 159"/>
                  <a:gd name="T8" fmla="*/ 147 w 171"/>
                  <a:gd name="T9" fmla="*/ 135 h 159"/>
                  <a:gd name="T10" fmla="*/ 147 w 171"/>
                  <a:gd name="T11" fmla="*/ 159 h 159"/>
                  <a:gd name="T12" fmla="*/ 0 w 171"/>
                  <a:gd name="T13" fmla="*/ 159 h 159"/>
                  <a:gd name="T14" fmla="*/ 0 w 171"/>
                  <a:gd name="T15" fmla="*/ 135 h 159"/>
                  <a:gd name="T16" fmla="*/ 18 w 171"/>
                  <a:gd name="T17" fmla="*/ 135 h 159"/>
                  <a:gd name="T18" fmla="*/ 55 w 171"/>
                  <a:gd name="T19" fmla="*/ 11 h 159"/>
                  <a:gd name="T20" fmla="*/ 27 w 171"/>
                  <a:gd name="T21" fmla="*/ 11 h 159"/>
                  <a:gd name="T22" fmla="*/ 27 w 171"/>
                  <a:gd name="T23" fmla="*/ 0 h 159"/>
                  <a:gd name="T24" fmla="*/ 171 w 171"/>
                  <a:gd name="T25" fmla="*/ 0 h 159"/>
                  <a:gd name="T26" fmla="*/ 118 w 171"/>
                  <a:gd name="T27" fmla="*/ 135 h 159"/>
                  <a:gd name="T28" fmla="*/ 108 w 171"/>
                  <a:gd name="T29" fmla="*/ 103 h 159"/>
                  <a:gd name="T30" fmla="*/ 85 w 171"/>
                  <a:gd name="T31" fmla="*/ 121 h 159"/>
                  <a:gd name="T32" fmla="*/ 102 w 171"/>
                  <a:gd name="T33" fmla="*/ 135 h 159"/>
                  <a:gd name="T34" fmla="*/ 118 w 171"/>
                  <a:gd name="T35" fmla="*/ 135 h 159"/>
                  <a:gd name="T36" fmla="*/ 74 w 171"/>
                  <a:gd name="T37" fmla="*/ 113 h 159"/>
                  <a:gd name="T38" fmla="*/ 104 w 171"/>
                  <a:gd name="T39" fmla="*/ 90 h 159"/>
                  <a:gd name="T40" fmla="*/ 103 w 171"/>
                  <a:gd name="T41" fmla="*/ 90 h 159"/>
                  <a:gd name="T42" fmla="*/ 74 w 171"/>
                  <a:gd name="T43" fmla="*/ 67 h 159"/>
                  <a:gd name="T44" fmla="*/ 45 w 171"/>
                  <a:gd name="T45" fmla="*/ 90 h 159"/>
                  <a:gd name="T46" fmla="*/ 45 w 171"/>
                  <a:gd name="T47" fmla="*/ 90 h 159"/>
                  <a:gd name="T48" fmla="*/ 74 w 171"/>
                  <a:gd name="T49" fmla="*/ 113 h 159"/>
                  <a:gd name="T50" fmla="*/ 100 w 171"/>
                  <a:gd name="T51" fmla="*/ 76 h 159"/>
                  <a:gd name="T52" fmla="*/ 93 w 171"/>
                  <a:gd name="T53" fmla="*/ 53 h 159"/>
                  <a:gd name="T54" fmla="*/ 82 w 171"/>
                  <a:gd name="T55" fmla="*/ 62 h 159"/>
                  <a:gd name="T56" fmla="*/ 100 w 171"/>
                  <a:gd name="T57" fmla="*/ 76 h 159"/>
                  <a:gd name="T58" fmla="*/ 91 w 171"/>
                  <a:gd name="T59" fmla="*/ 43 h 159"/>
                  <a:gd name="T60" fmla="*/ 81 w 171"/>
                  <a:gd name="T61" fmla="*/ 11 h 159"/>
                  <a:gd name="T62" fmla="*/ 66 w 171"/>
                  <a:gd name="T63" fmla="*/ 11 h 159"/>
                  <a:gd name="T64" fmla="*/ 57 w 171"/>
                  <a:gd name="T65" fmla="*/ 42 h 159"/>
                  <a:gd name="T66" fmla="*/ 74 w 171"/>
                  <a:gd name="T67" fmla="*/ 56 h 159"/>
                  <a:gd name="T68" fmla="*/ 91 w 171"/>
                  <a:gd name="T69" fmla="*/ 43 h 159"/>
                  <a:gd name="T70" fmla="*/ 67 w 171"/>
                  <a:gd name="T71" fmla="*/ 135 h 159"/>
                  <a:gd name="T72" fmla="*/ 81 w 171"/>
                  <a:gd name="T73" fmla="*/ 135 h 159"/>
                  <a:gd name="T74" fmla="*/ 74 w 171"/>
                  <a:gd name="T75" fmla="*/ 130 h 159"/>
                  <a:gd name="T76" fmla="*/ 67 w 171"/>
                  <a:gd name="T77" fmla="*/ 135 h 159"/>
                  <a:gd name="T78" fmla="*/ 46 w 171"/>
                  <a:gd name="T79" fmla="*/ 78 h 159"/>
                  <a:gd name="T80" fmla="*/ 67 w 171"/>
                  <a:gd name="T81" fmla="*/ 62 h 159"/>
                  <a:gd name="T82" fmla="*/ 54 w 171"/>
                  <a:gd name="T83" fmla="*/ 51 h 159"/>
                  <a:gd name="T84" fmla="*/ 46 w 171"/>
                  <a:gd name="T85" fmla="*/ 78 h 159"/>
                  <a:gd name="T86" fmla="*/ 45 w 171"/>
                  <a:gd name="T87" fmla="*/ 135 h 159"/>
                  <a:gd name="T88" fmla="*/ 63 w 171"/>
                  <a:gd name="T89" fmla="*/ 121 h 159"/>
                  <a:gd name="T90" fmla="*/ 39 w 171"/>
                  <a:gd name="T91" fmla="*/ 103 h 159"/>
                  <a:gd name="T92" fmla="*/ 29 w 171"/>
                  <a:gd name="T93" fmla="*/ 135 h 159"/>
                  <a:gd name="T94" fmla="*/ 45 w 171"/>
                  <a:gd name="T95" fmla="*/ 135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1" h="159">
                    <a:moveTo>
                      <a:pt x="171" y="0"/>
                    </a:moveTo>
                    <a:cubicBezTo>
                      <a:pt x="171" y="11"/>
                      <a:pt x="171" y="11"/>
                      <a:pt x="171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129" y="135"/>
                      <a:pt x="129" y="135"/>
                      <a:pt x="129" y="135"/>
                    </a:cubicBezTo>
                    <a:cubicBezTo>
                      <a:pt x="147" y="135"/>
                      <a:pt x="147" y="135"/>
                      <a:pt x="147" y="135"/>
                    </a:cubicBezTo>
                    <a:cubicBezTo>
                      <a:pt x="147" y="159"/>
                      <a:pt x="147" y="159"/>
                      <a:pt x="147" y="159"/>
                    </a:cubicBezTo>
                    <a:cubicBezTo>
                      <a:pt x="0" y="159"/>
                      <a:pt x="0" y="159"/>
                      <a:pt x="0" y="159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8" y="135"/>
                      <a:pt x="18" y="135"/>
                      <a:pt x="18" y="135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0"/>
                      <a:pt x="27" y="0"/>
                      <a:pt x="27" y="0"/>
                    </a:cubicBezTo>
                    <a:lnTo>
                      <a:pt x="171" y="0"/>
                    </a:lnTo>
                    <a:close/>
                    <a:moveTo>
                      <a:pt x="118" y="135"/>
                    </a:moveTo>
                    <a:cubicBezTo>
                      <a:pt x="108" y="103"/>
                      <a:pt x="108" y="103"/>
                      <a:pt x="108" y="103"/>
                    </a:cubicBezTo>
                    <a:cubicBezTo>
                      <a:pt x="85" y="121"/>
                      <a:pt x="85" y="121"/>
                      <a:pt x="85" y="121"/>
                    </a:cubicBezTo>
                    <a:cubicBezTo>
                      <a:pt x="102" y="135"/>
                      <a:pt x="102" y="135"/>
                      <a:pt x="102" y="135"/>
                    </a:cubicBezTo>
                    <a:lnTo>
                      <a:pt x="118" y="135"/>
                    </a:lnTo>
                    <a:close/>
                    <a:moveTo>
                      <a:pt x="74" y="113"/>
                    </a:moveTo>
                    <a:cubicBezTo>
                      <a:pt x="104" y="90"/>
                      <a:pt x="104" y="90"/>
                      <a:pt x="104" y="90"/>
                    </a:cubicBezTo>
                    <a:cubicBezTo>
                      <a:pt x="103" y="90"/>
                      <a:pt x="103" y="90"/>
                      <a:pt x="103" y="90"/>
                    </a:cubicBezTo>
                    <a:cubicBezTo>
                      <a:pt x="74" y="67"/>
                      <a:pt x="74" y="67"/>
                      <a:pt x="74" y="67"/>
                    </a:cubicBezTo>
                    <a:cubicBezTo>
                      <a:pt x="45" y="90"/>
                      <a:pt x="45" y="90"/>
                      <a:pt x="45" y="90"/>
                    </a:cubicBezTo>
                    <a:cubicBezTo>
                      <a:pt x="45" y="90"/>
                      <a:pt x="45" y="90"/>
                      <a:pt x="45" y="90"/>
                    </a:cubicBezTo>
                    <a:lnTo>
                      <a:pt x="74" y="113"/>
                    </a:lnTo>
                    <a:close/>
                    <a:moveTo>
                      <a:pt x="100" y="76"/>
                    </a:moveTo>
                    <a:cubicBezTo>
                      <a:pt x="93" y="53"/>
                      <a:pt x="93" y="53"/>
                      <a:pt x="93" y="53"/>
                    </a:cubicBezTo>
                    <a:cubicBezTo>
                      <a:pt x="82" y="62"/>
                      <a:pt x="82" y="62"/>
                      <a:pt x="82" y="62"/>
                    </a:cubicBezTo>
                    <a:lnTo>
                      <a:pt x="100" y="76"/>
                    </a:lnTo>
                    <a:close/>
                    <a:moveTo>
                      <a:pt x="91" y="43"/>
                    </a:moveTo>
                    <a:cubicBezTo>
                      <a:pt x="81" y="11"/>
                      <a:pt x="81" y="11"/>
                      <a:pt x="81" y="11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57" y="42"/>
                      <a:pt x="57" y="42"/>
                      <a:pt x="57" y="42"/>
                    </a:cubicBezTo>
                    <a:cubicBezTo>
                      <a:pt x="74" y="56"/>
                      <a:pt x="74" y="56"/>
                      <a:pt x="74" y="56"/>
                    </a:cubicBezTo>
                    <a:lnTo>
                      <a:pt x="91" y="43"/>
                    </a:lnTo>
                    <a:close/>
                    <a:moveTo>
                      <a:pt x="67" y="135"/>
                    </a:moveTo>
                    <a:cubicBezTo>
                      <a:pt x="81" y="135"/>
                      <a:pt x="81" y="135"/>
                      <a:pt x="81" y="135"/>
                    </a:cubicBezTo>
                    <a:cubicBezTo>
                      <a:pt x="74" y="130"/>
                      <a:pt x="74" y="130"/>
                      <a:pt x="74" y="130"/>
                    </a:cubicBezTo>
                    <a:lnTo>
                      <a:pt x="67" y="135"/>
                    </a:lnTo>
                    <a:close/>
                    <a:moveTo>
                      <a:pt x="46" y="78"/>
                    </a:moveTo>
                    <a:cubicBezTo>
                      <a:pt x="67" y="62"/>
                      <a:pt x="67" y="62"/>
                      <a:pt x="67" y="62"/>
                    </a:cubicBezTo>
                    <a:cubicBezTo>
                      <a:pt x="54" y="51"/>
                      <a:pt x="54" y="51"/>
                      <a:pt x="54" y="51"/>
                    </a:cubicBezTo>
                    <a:lnTo>
                      <a:pt x="46" y="78"/>
                    </a:lnTo>
                    <a:close/>
                    <a:moveTo>
                      <a:pt x="45" y="135"/>
                    </a:moveTo>
                    <a:cubicBezTo>
                      <a:pt x="63" y="121"/>
                      <a:pt x="63" y="121"/>
                      <a:pt x="63" y="121"/>
                    </a:cubicBezTo>
                    <a:cubicBezTo>
                      <a:pt x="39" y="103"/>
                      <a:pt x="39" y="103"/>
                      <a:pt x="39" y="103"/>
                    </a:cubicBezTo>
                    <a:cubicBezTo>
                      <a:pt x="29" y="135"/>
                      <a:pt x="29" y="135"/>
                      <a:pt x="29" y="135"/>
                    </a:cubicBezTo>
                    <a:lnTo>
                      <a:pt x="45" y="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Rectangle 51">
                <a:extLst>
                  <a:ext uri="{FF2B5EF4-FFF2-40B4-BE49-F238E27FC236}">
                    <a16:creationId xmlns:a16="http://schemas.microsoft.com/office/drawing/2014/main" id="{89AAFC36-61BB-3072-BA94-6B528C9F88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3651" y="2587514"/>
                <a:ext cx="74032" cy="1974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52">
                <a:extLst>
                  <a:ext uri="{FF2B5EF4-FFF2-40B4-BE49-F238E27FC236}">
                    <a16:creationId xmlns:a16="http://schemas.microsoft.com/office/drawing/2014/main" id="{DD17A655-0ECE-99D2-9188-276858B0D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651" y="2501143"/>
                <a:ext cx="148064" cy="67863"/>
              </a:xfrm>
              <a:custGeom>
                <a:avLst/>
                <a:gdLst>
                  <a:gd name="T0" fmla="*/ 43 w 43"/>
                  <a:gd name="T1" fmla="*/ 0 h 20"/>
                  <a:gd name="T2" fmla="*/ 43 w 43"/>
                  <a:gd name="T3" fmla="*/ 10 h 20"/>
                  <a:gd name="T4" fmla="*/ 33 w 43"/>
                  <a:gd name="T5" fmla="*/ 20 h 20"/>
                  <a:gd name="T6" fmla="*/ 10 w 43"/>
                  <a:gd name="T7" fmla="*/ 20 h 20"/>
                  <a:gd name="T8" fmla="*/ 0 w 43"/>
                  <a:gd name="T9" fmla="*/ 10 h 20"/>
                  <a:gd name="T10" fmla="*/ 0 w 43"/>
                  <a:gd name="T11" fmla="*/ 0 h 20"/>
                  <a:gd name="T12" fmla="*/ 5 w 43"/>
                  <a:gd name="T13" fmla="*/ 0 h 20"/>
                  <a:gd name="T14" fmla="*/ 5 w 43"/>
                  <a:gd name="T15" fmla="*/ 8 h 20"/>
                  <a:gd name="T16" fmla="*/ 7 w 43"/>
                  <a:gd name="T17" fmla="*/ 10 h 20"/>
                  <a:gd name="T18" fmla="*/ 9 w 43"/>
                  <a:gd name="T19" fmla="*/ 8 h 20"/>
                  <a:gd name="T20" fmla="*/ 9 w 43"/>
                  <a:gd name="T21" fmla="*/ 0 h 20"/>
                  <a:gd name="T22" fmla="*/ 14 w 43"/>
                  <a:gd name="T23" fmla="*/ 0 h 20"/>
                  <a:gd name="T24" fmla="*/ 14 w 43"/>
                  <a:gd name="T25" fmla="*/ 8 h 20"/>
                  <a:gd name="T26" fmla="*/ 16 w 43"/>
                  <a:gd name="T27" fmla="*/ 10 h 20"/>
                  <a:gd name="T28" fmla="*/ 18 w 43"/>
                  <a:gd name="T29" fmla="*/ 8 h 20"/>
                  <a:gd name="T30" fmla="*/ 18 w 43"/>
                  <a:gd name="T31" fmla="*/ 0 h 20"/>
                  <a:gd name="T32" fmla="*/ 25 w 43"/>
                  <a:gd name="T33" fmla="*/ 0 h 20"/>
                  <a:gd name="T34" fmla="*/ 25 w 43"/>
                  <a:gd name="T35" fmla="*/ 8 h 20"/>
                  <a:gd name="T36" fmla="*/ 27 w 43"/>
                  <a:gd name="T37" fmla="*/ 10 h 20"/>
                  <a:gd name="T38" fmla="*/ 29 w 43"/>
                  <a:gd name="T39" fmla="*/ 8 h 20"/>
                  <a:gd name="T40" fmla="*/ 29 w 43"/>
                  <a:gd name="T41" fmla="*/ 0 h 20"/>
                  <a:gd name="T42" fmla="*/ 34 w 43"/>
                  <a:gd name="T43" fmla="*/ 0 h 20"/>
                  <a:gd name="T44" fmla="*/ 34 w 43"/>
                  <a:gd name="T45" fmla="*/ 8 h 20"/>
                  <a:gd name="T46" fmla="*/ 36 w 43"/>
                  <a:gd name="T47" fmla="*/ 10 h 20"/>
                  <a:gd name="T48" fmla="*/ 38 w 43"/>
                  <a:gd name="T49" fmla="*/ 8 h 20"/>
                  <a:gd name="T50" fmla="*/ 38 w 43"/>
                  <a:gd name="T51" fmla="*/ 0 h 20"/>
                  <a:gd name="T52" fmla="*/ 43 w 43"/>
                  <a:gd name="T5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3" h="20">
                    <a:moveTo>
                      <a:pt x="43" y="0"/>
                    </a:moveTo>
                    <a:cubicBezTo>
                      <a:pt x="43" y="10"/>
                      <a:pt x="43" y="10"/>
                      <a:pt x="43" y="10"/>
                    </a:cubicBezTo>
                    <a:cubicBezTo>
                      <a:pt x="43" y="15"/>
                      <a:pt x="39" y="20"/>
                      <a:pt x="33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5" y="20"/>
                      <a:pt x="0" y="15"/>
                      <a:pt x="0" y="1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9"/>
                      <a:pt x="5" y="10"/>
                      <a:pt x="7" y="10"/>
                    </a:cubicBezTo>
                    <a:cubicBezTo>
                      <a:pt x="8" y="10"/>
                      <a:pt x="9" y="9"/>
                      <a:pt x="9" y="8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9"/>
                      <a:pt x="15" y="10"/>
                      <a:pt x="16" y="10"/>
                    </a:cubicBezTo>
                    <a:cubicBezTo>
                      <a:pt x="17" y="10"/>
                      <a:pt x="18" y="9"/>
                      <a:pt x="18" y="8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5" y="9"/>
                      <a:pt x="26" y="10"/>
                      <a:pt x="27" y="10"/>
                    </a:cubicBezTo>
                    <a:cubicBezTo>
                      <a:pt x="28" y="10"/>
                      <a:pt x="29" y="9"/>
                      <a:pt x="29" y="8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9"/>
                      <a:pt x="35" y="10"/>
                      <a:pt x="36" y="10"/>
                    </a:cubicBezTo>
                    <a:cubicBezTo>
                      <a:pt x="38" y="10"/>
                      <a:pt x="38" y="9"/>
                      <a:pt x="38" y="8"/>
                    </a:cubicBezTo>
                    <a:cubicBezTo>
                      <a:pt x="38" y="0"/>
                      <a:pt x="38" y="0"/>
                      <a:pt x="38" y="0"/>
                    </a:cubicBezTo>
                    <a:lnTo>
                      <a:pt x="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Rectangle 53">
                <a:extLst>
                  <a:ext uri="{FF2B5EF4-FFF2-40B4-BE49-F238E27FC236}">
                    <a16:creationId xmlns:a16="http://schemas.microsoft.com/office/drawing/2014/main" id="{575CC748-283F-175F-C5DF-66BAE7A08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7667" y="2587514"/>
                <a:ext cx="74032" cy="1974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89" name="Oval 88">
            <a:extLst>
              <a:ext uri="{FF2B5EF4-FFF2-40B4-BE49-F238E27FC236}">
                <a16:creationId xmlns:a16="http://schemas.microsoft.com/office/drawing/2014/main" id="{9738EE6E-0C7A-F31B-D479-CD00EB5AF807}"/>
              </a:ext>
            </a:extLst>
          </p:cNvPr>
          <p:cNvSpPr/>
          <p:nvPr/>
        </p:nvSpPr>
        <p:spPr>
          <a:xfrm>
            <a:off x="4316593" y="3699760"/>
            <a:ext cx="92917" cy="92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940324F-712B-0374-9B2D-FF8EB8B8C40F}"/>
              </a:ext>
            </a:extLst>
          </p:cNvPr>
          <p:cNvSpPr/>
          <p:nvPr/>
        </p:nvSpPr>
        <p:spPr>
          <a:xfrm>
            <a:off x="4972558" y="1991489"/>
            <a:ext cx="92917" cy="929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38A0FF0-042B-B7A7-2132-C10DDC8E8F2D}"/>
              </a:ext>
            </a:extLst>
          </p:cNvPr>
          <p:cNvSpPr/>
          <p:nvPr/>
        </p:nvSpPr>
        <p:spPr>
          <a:xfrm>
            <a:off x="5359084" y="1711246"/>
            <a:ext cx="92917" cy="929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2EE22BA-DF1A-B72B-189F-B414E9F46B04}"/>
              </a:ext>
            </a:extLst>
          </p:cNvPr>
          <p:cNvSpPr/>
          <p:nvPr/>
        </p:nvSpPr>
        <p:spPr>
          <a:xfrm>
            <a:off x="5618840" y="2149969"/>
            <a:ext cx="92917" cy="929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56E353B-A751-1524-A3E4-C4604F9CA756}"/>
              </a:ext>
            </a:extLst>
          </p:cNvPr>
          <p:cNvSpPr/>
          <p:nvPr/>
        </p:nvSpPr>
        <p:spPr>
          <a:xfrm>
            <a:off x="6342822" y="1938773"/>
            <a:ext cx="92917" cy="929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5307607-9D9F-31E1-F550-0130776EED51}"/>
              </a:ext>
            </a:extLst>
          </p:cNvPr>
          <p:cNvSpPr/>
          <p:nvPr/>
        </p:nvSpPr>
        <p:spPr>
          <a:xfrm>
            <a:off x="7484692" y="1694123"/>
            <a:ext cx="92917" cy="929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A93A173D-FCF8-B3D5-EC39-AF81770AF9E8}"/>
              </a:ext>
            </a:extLst>
          </p:cNvPr>
          <p:cNvSpPr/>
          <p:nvPr/>
        </p:nvSpPr>
        <p:spPr>
          <a:xfrm>
            <a:off x="8466727" y="1945030"/>
            <a:ext cx="92917" cy="929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69A7D5D-5E0C-C519-2934-DF292480DA35}"/>
              </a:ext>
            </a:extLst>
          </p:cNvPr>
          <p:cNvCxnSpPr>
            <a:stCxn id="76" idx="6"/>
            <a:endCxn id="90" idx="2"/>
          </p:cNvCxnSpPr>
          <p:nvPr/>
        </p:nvCxnSpPr>
        <p:spPr>
          <a:xfrm flipV="1">
            <a:off x="4412397" y="2037948"/>
            <a:ext cx="560161" cy="4257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9D6001C-E1D7-733E-129A-65E68FA000AF}"/>
              </a:ext>
            </a:extLst>
          </p:cNvPr>
          <p:cNvCxnSpPr>
            <a:cxnSpLocks/>
            <a:stCxn id="90" idx="7"/>
            <a:endCxn id="91" idx="3"/>
          </p:cNvCxnSpPr>
          <p:nvPr/>
        </p:nvCxnSpPr>
        <p:spPr>
          <a:xfrm flipV="1">
            <a:off x="5051868" y="1790556"/>
            <a:ext cx="320823" cy="2145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F9299C9-CCDF-E235-47A4-5A3D779B5EB8}"/>
              </a:ext>
            </a:extLst>
          </p:cNvPr>
          <p:cNvCxnSpPr>
            <a:cxnSpLocks/>
            <a:stCxn id="64" idx="2"/>
            <a:endCxn id="91" idx="6"/>
          </p:cNvCxnSpPr>
          <p:nvPr/>
        </p:nvCxnSpPr>
        <p:spPr>
          <a:xfrm flipH="1" flipV="1">
            <a:off x="5452001" y="1757705"/>
            <a:ext cx="543872" cy="768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7CFB79F-A031-6E37-6CAE-3ADD1C3AB235}"/>
              </a:ext>
            </a:extLst>
          </p:cNvPr>
          <p:cNvCxnSpPr>
            <a:cxnSpLocks/>
            <a:stCxn id="64" idx="3"/>
            <a:endCxn id="92" idx="7"/>
          </p:cNvCxnSpPr>
          <p:nvPr/>
        </p:nvCxnSpPr>
        <p:spPr>
          <a:xfrm flipH="1">
            <a:off x="5698150" y="1867360"/>
            <a:ext cx="311330" cy="2962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9C9FC0C-7643-0C6E-006B-F71EEDACDB99}"/>
              </a:ext>
            </a:extLst>
          </p:cNvPr>
          <p:cNvCxnSpPr>
            <a:cxnSpLocks/>
            <a:stCxn id="64" idx="6"/>
            <a:endCxn id="93" idx="1"/>
          </p:cNvCxnSpPr>
          <p:nvPr/>
        </p:nvCxnSpPr>
        <p:spPr>
          <a:xfrm>
            <a:off x="6088790" y="1834509"/>
            <a:ext cx="267639" cy="1178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EB081CE-7BE3-2058-F1B1-7DAF6CDF6436}"/>
              </a:ext>
            </a:extLst>
          </p:cNvPr>
          <p:cNvCxnSpPr>
            <a:cxnSpLocks/>
            <a:stCxn id="93" idx="6"/>
            <a:endCxn id="94" idx="2"/>
          </p:cNvCxnSpPr>
          <p:nvPr/>
        </p:nvCxnSpPr>
        <p:spPr>
          <a:xfrm flipV="1">
            <a:off x="6435739" y="1740582"/>
            <a:ext cx="1048953" cy="2446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3805CDF-B750-468B-5261-3A0F5AF973C3}"/>
              </a:ext>
            </a:extLst>
          </p:cNvPr>
          <p:cNvCxnSpPr>
            <a:cxnSpLocks/>
            <a:stCxn id="68" idx="1"/>
            <a:endCxn id="94" idx="5"/>
          </p:cNvCxnSpPr>
          <p:nvPr/>
        </p:nvCxnSpPr>
        <p:spPr>
          <a:xfrm flipH="1" flipV="1">
            <a:off x="7564002" y="1773433"/>
            <a:ext cx="297383" cy="3084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5B6AC77-4207-8500-8E8D-FBB49504032A}"/>
              </a:ext>
            </a:extLst>
          </p:cNvPr>
          <p:cNvCxnSpPr>
            <a:cxnSpLocks/>
            <a:stCxn id="95" idx="1"/>
            <a:endCxn id="94" idx="6"/>
          </p:cNvCxnSpPr>
          <p:nvPr/>
        </p:nvCxnSpPr>
        <p:spPr>
          <a:xfrm flipH="1" flipV="1">
            <a:off x="7577609" y="1740582"/>
            <a:ext cx="902725" cy="2180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BED5EF9B-5CE1-75EA-5785-EBDB8811E29C}"/>
              </a:ext>
            </a:extLst>
          </p:cNvPr>
          <p:cNvCxnSpPr>
            <a:stCxn id="49" idx="4"/>
            <a:endCxn id="95" idx="0"/>
          </p:cNvCxnSpPr>
          <p:nvPr/>
        </p:nvCxnSpPr>
        <p:spPr>
          <a:xfrm flipH="1">
            <a:off x="8513186" y="1531144"/>
            <a:ext cx="1148" cy="413886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2FBFF8C-90DD-02F9-88E5-5A1CEBB8D351}"/>
              </a:ext>
            </a:extLst>
          </p:cNvPr>
          <p:cNvGrpSpPr/>
          <p:nvPr/>
        </p:nvGrpSpPr>
        <p:grpSpPr>
          <a:xfrm>
            <a:off x="4391250" y="3712753"/>
            <a:ext cx="384540" cy="64954"/>
            <a:chOff x="8981440" y="2936275"/>
            <a:chExt cx="2071685" cy="91346"/>
          </a:xfrm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961395E4-DACE-5212-A6C0-D1A7ACFE0C10}"/>
                </a:ext>
              </a:extLst>
            </p:cNvPr>
            <p:cNvCxnSpPr/>
            <p:nvPr/>
          </p:nvCxnSpPr>
          <p:spPr>
            <a:xfrm>
              <a:off x="9004300" y="2936275"/>
              <a:ext cx="20129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080CB46-9DD0-096D-996B-1F9C77162498}"/>
                </a:ext>
              </a:extLst>
            </p:cNvPr>
            <p:cNvCxnSpPr/>
            <p:nvPr/>
          </p:nvCxnSpPr>
          <p:spPr>
            <a:xfrm>
              <a:off x="9004300" y="3021593"/>
              <a:ext cx="20129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50AA52F-C0B6-C044-83BA-E1FE97933C8E}"/>
                </a:ext>
              </a:extLst>
            </p:cNvPr>
            <p:cNvSpPr/>
            <p:nvPr/>
          </p:nvSpPr>
          <p:spPr>
            <a:xfrm>
              <a:off x="11007406" y="2936275"/>
              <a:ext cx="45719" cy="86616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C52339A-B271-7024-BBF1-3E6995B3532C}"/>
                </a:ext>
              </a:extLst>
            </p:cNvPr>
            <p:cNvSpPr/>
            <p:nvPr/>
          </p:nvSpPr>
          <p:spPr>
            <a:xfrm>
              <a:off x="8981440" y="2941005"/>
              <a:ext cx="45719" cy="86616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0" name="Oval 109">
            <a:extLst>
              <a:ext uri="{FF2B5EF4-FFF2-40B4-BE49-F238E27FC236}">
                <a16:creationId xmlns:a16="http://schemas.microsoft.com/office/drawing/2014/main" id="{7F59E269-6414-6C9B-FD4B-3978A51B3BE1}"/>
              </a:ext>
            </a:extLst>
          </p:cNvPr>
          <p:cNvSpPr/>
          <p:nvPr/>
        </p:nvSpPr>
        <p:spPr>
          <a:xfrm>
            <a:off x="5186718" y="3485392"/>
            <a:ext cx="92917" cy="92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0B0A2EE-1F0B-BC8B-A583-BC3BA568D370}"/>
              </a:ext>
            </a:extLst>
          </p:cNvPr>
          <p:cNvSpPr/>
          <p:nvPr/>
        </p:nvSpPr>
        <p:spPr>
          <a:xfrm>
            <a:off x="6343665" y="3697982"/>
            <a:ext cx="92917" cy="92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485A0F07-BC6B-A698-7F5A-618E4D0C6E30}"/>
              </a:ext>
            </a:extLst>
          </p:cNvPr>
          <p:cNvSpPr/>
          <p:nvPr/>
        </p:nvSpPr>
        <p:spPr>
          <a:xfrm>
            <a:off x="7850447" y="3485391"/>
            <a:ext cx="92917" cy="92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D544F0E6-E57F-6C65-FE87-65B229933C90}"/>
              </a:ext>
            </a:extLst>
          </p:cNvPr>
          <p:cNvSpPr/>
          <p:nvPr/>
        </p:nvSpPr>
        <p:spPr>
          <a:xfrm>
            <a:off x="6962666" y="3936801"/>
            <a:ext cx="92917" cy="92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DB880748-6AEB-9EB9-F584-119C46B689FB}"/>
              </a:ext>
            </a:extLst>
          </p:cNvPr>
          <p:cNvSpPr/>
          <p:nvPr/>
        </p:nvSpPr>
        <p:spPr>
          <a:xfrm>
            <a:off x="4737474" y="3697983"/>
            <a:ext cx="92917" cy="92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5592C9E-A784-17D1-F1D3-FA340B37B5ED}"/>
              </a:ext>
            </a:extLst>
          </p:cNvPr>
          <p:cNvCxnSpPr>
            <a:stCxn id="56" idx="4"/>
          </p:cNvCxnSpPr>
          <p:nvPr/>
        </p:nvCxnSpPr>
        <p:spPr>
          <a:xfrm flipH="1">
            <a:off x="4364695" y="3277261"/>
            <a:ext cx="1" cy="420721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6A94A6F3-29AA-D577-9881-CC9787E8EA59}"/>
              </a:ext>
            </a:extLst>
          </p:cNvPr>
          <p:cNvCxnSpPr>
            <a:stCxn id="62" idx="4"/>
            <a:endCxn id="110" idx="0"/>
          </p:cNvCxnSpPr>
          <p:nvPr/>
        </p:nvCxnSpPr>
        <p:spPr>
          <a:xfrm flipH="1">
            <a:off x="5233177" y="3277261"/>
            <a:ext cx="1637" cy="20813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4F303CE-E3B9-DA38-7747-AD8E25F8CE09}"/>
              </a:ext>
            </a:extLst>
          </p:cNvPr>
          <p:cNvCxnSpPr>
            <a:stCxn id="111" idx="0"/>
            <a:endCxn id="59" idx="4"/>
          </p:cNvCxnSpPr>
          <p:nvPr/>
        </p:nvCxnSpPr>
        <p:spPr>
          <a:xfrm flipV="1">
            <a:off x="6390124" y="3277261"/>
            <a:ext cx="349" cy="42072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48A302E-3CE1-D613-D53E-DC86C08F06E2}"/>
              </a:ext>
            </a:extLst>
          </p:cNvPr>
          <p:cNvCxnSpPr>
            <a:stCxn id="59" idx="0"/>
          </p:cNvCxnSpPr>
          <p:nvPr/>
        </p:nvCxnSpPr>
        <p:spPr>
          <a:xfrm flipH="1" flipV="1">
            <a:off x="6389280" y="2033693"/>
            <a:ext cx="1193" cy="805920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ACE0085-F7A5-8468-0346-7021FF6C55EC}"/>
              </a:ext>
            </a:extLst>
          </p:cNvPr>
          <p:cNvCxnSpPr>
            <a:stCxn id="74" idx="4"/>
          </p:cNvCxnSpPr>
          <p:nvPr/>
        </p:nvCxnSpPr>
        <p:spPr>
          <a:xfrm flipH="1">
            <a:off x="7893312" y="3277261"/>
            <a:ext cx="3023" cy="208130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D2FB00D-F731-DA86-30E9-E6E2360843FC}"/>
              </a:ext>
            </a:extLst>
          </p:cNvPr>
          <p:cNvCxnSpPr>
            <a:cxnSpLocks/>
            <a:stCxn id="68" idx="4"/>
            <a:endCxn id="74" idx="0"/>
          </p:cNvCxnSpPr>
          <p:nvPr/>
        </p:nvCxnSpPr>
        <p:spPr>
          <a:xfrm>
            <a:off x="7894237" y="2161209"/>
            <a:ext cx="2098" cy="678404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A0F695D-F809-6D1B-2B67-8FB6A65DAA2C}"/>
              </a:ext>
            </a:extLst>
          </p:cNvPr>
          <p:cNvGrpSpPr/>
          <p:nvPr/>
        </p:nvGrpSpPr>
        <p:grpSpPr>
          <a:xfrm rot="20115406">
            <a:off x="4796290" y="3606185"/>
            <a:ext cx="438741" cy="64954"/>
            <a:chOff x="8981440" y="2936275"/>
            <a:chExt cx="2071685" cy="91346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CBE9FC3-A852-5438-C8A7-7BFCCFD06A71}"/>
                </a:ext>
              </a:extLst>
            </p:cNvPr>
            <p:cNvCxnSpPr/>
            <p:nvPr/>
          </p:nvCxnSpPr>
          <p:spPr>
            <a:xfrm>
              <a:off x="9004300" y="2936275"/>
              <a:ext cx="20129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4DFAA6-E258-F7EC-35C0-230C99E942C2}"/>
                </a:ext>
              </a:extLst>
            </p:cNvPr>
            <p:cNvCxnSpPr/>
            <p:nvPr/>
          </p:nvCxnSpPr>
          <p:spPr>
            <a:xfrm>
              <a:off x="9004300" y="3021593"/>
              <a:ext cx="20129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077C4458-6BD0-4581-4DE2-85FBADEB83DB}"/>
                </a:ext>
              </a:extLst>
            </p:cNvPr>
            <p:cNvSpPr/>
            <p:nvPr/>
          </p:nvSpPr>
          <p:spPr>
            <a:xfrm>
              <a:off x="11007406" y="2936275"/>
              <a:ext cx="45719" cy="86616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703BF940-1868-0D07-42FD-509EC52D30C4}"/>
                </a:ext>
              </a:extLst>
            </p:cNvPr>
            <p:cNvSpPr/>
            <p:nvPr/>
          </p:nvSpPr>
          <p:spPr>
            <a:xfrm>
              <a:off x="8981440" y="2941005"/>
              <a:ext cx="45719" cy="86616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26" name="Oval 125">
            <a:extLst>
              <a:ext uri="{FF2B5EF4-FFF2-40B4-BE49-F238E27FC236}">
                <a16:creationId xmlns:a16="http://schemas.microsoft.com/office/drawing/2014/main" id="{3C6CCC9C-D503-55CE-EB36-40196ED1C82D}"/>
              </a:ext>
            </a:extLst>
          </p:cNvPr>
          <p:cNvSpPr/>
          <p:nvPr/>
        </p:nvSpPr>
        <p:spPr>
          <a:xfrm>
            <a:off x="5371095" y="3865587"/>
            <a:ext cx="92917" cy="92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01F484F-BEDB-0FCC-4948-D56DB83D54F3}"/>
              </a:ext>
            </a:extLst>
          </p:cNvPr>
          <p:cNvGrpSpPr/>
          <p:nvPr/>
        </p:nvGrpSpPr>
        <p:grpSpPr>
          <a:xfrm rot="860553">
            <a:off x="4803032" y="3794777"/>
            <a:ext cx="593972" cy="64954"/>
            <a:chOff x="8981440" y="2936275"/>
            <a:chExt cx="2071685" cy="91346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AC7BA4E-6A4B-C06F-5102-17EB0FE74B8A}"/>
                </a:ext>
              </a:extLst>
            </p:cNvPr>
            <p:cNvCxnSpPr/>
            <p:nvPr/>
          </p:nvCxnSpPr>
          <p:spPr>
            <a:xfrm>
              <a:off x="9004300" y="2936275"/>
              <a:ext cx="20129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6AF5B3E-2FE3-2170-FB52-8C17C91A5B1A}"/>
                </a:ext>
              </a:extLst>
            </p:cNvPr>
            <p:cNvCxnSpPr/>
            <p:nvPr/>
          </p:nvCxnSpPr>
          <p:spPr>
            <a:xfrm>
              <a:off x="9004300" y="3021593"/>
              <a:ext cx="20129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2647E012-26DF-D1C7-84D4-F33859F76567}"/>
                </a:ext>
              </a:extLst>
            </p:cNvPr>
            <p:cNvSpPr/>
            <p:nvPr/>
          </p:nvSpPr>
          <p:spPr>
            <a:xfrm>
              <a:off x="11007406" y="2936275"/>
              <a:ext cx="45719" cy="86616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55A38738-9B59-EF0A-DEB2-E8B0BB4F615B}"/>
                </a:ext>
              </a:extLst>
            </p:cNvPr>
            <p:cNvSpPr/>
            <p:nvPr/>
          </p:nvSpPr>
          <p:spPr>
            <a:xfrm>
              <a:off x="8981440" y="2941005"/>
              <a:ext cx="45719" cy="86616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0C21CF3-8CD8-192B-F108-3A61A30D9F4D}"/>
              </a:ext>
            </a:extLst>
          </p:cNvPr>
          <p:cNvGrpSpPr/>
          <p:nvPr/>
        </p:nvGrpSpPr>
        <p:grpSpPr>
          <a:xfrm rot="625295">
            <a:off x="5248113" y="3605708"/>
            <a:ext cx="1128464" cy="64954"/>
            <a:chOff x="8981440" y="2936275"/>
            <a:chExt cx="2071685" cy="91346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EB403712-2518-4020-F952-2DD2CA91FA83}"/>
                </a:ext>
              </a:extLst>
            </p:cNvPr>
            <p:cNvCxnSpPr/>
            <p:nvPr/>
          </p:nvCxnSpPr>
          <p:spPr>
            <a:xfrm>
              <a:off x="9004300" y="2936275"/>
              <a:ext cx="20129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4E87BDF-34FC-E1EB-AF66-AA899A242C07}"/>
                </a:ext>
              </a:extLst>
            </p:cNvPr>
            <p:cNvCxnSpPr/>
            <p:nvPr/>
          </p:nvCxnSpPr>
          <p:spPr>
            <a:xfrm>
              <a:off x="9004300" y="3021593"/>
              <a:ext cx="20129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5616A372-C9AB-7006-F754-577A0E01D4DE}"/>
                </a:ext>
              </a:extLst>
            </p:cNvPr>
            <p:cNvSpPr/>
            <p:nvPr/>
          </p:nvSpPr>
          <p:spPr>
            <a:xfrm>
              <a:off x="11007406" y="2936275"/>
              <a:ext cx="45719" cy="86616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C0CEC8BF-1FA6-1D6D-F297-E14D9685F89F}"/>
                </a:ext>
              </a:extLst>
            </p:cNvPr>
            <p:cNvSpPr/>
            <p:nvPr/>
          </p:nvSpPr>
          <p:spPr>
            <a:xfrm>
              <a:off x="8981440" y="2941005"/>
              <a:ext cx="45719" cy="86616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84674D9-2E42-4CA5-DAB0-39A242C2FF20}"/>
              </a:ext>
            </a:extLst>
          </p:cNvPr>
          <p:cNvGrpSpPr/>
          <p:nvPr/>
        </p:nvGrpSpPr>
        <p:grpSpPr>
          <a:xfrm rot="1256180">
            <a:off x="6400242" y="3831488"/>
            <a:ext cx="591555" cy="64954"/>
            <a:chOff x="8981440" y="2936275"/>
            <a:chExt cx="2071685" cy="91346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A871D8-B1ED-6936-F8D4-85A1E1EFC320}"/>
                </a:ext>
              </a:extLst>
            </p:cNvPr>
            <p:cNvCxnSpPr/>
            <p:nvPr/>
          </p:nvCxnSpPr>
          <p:spPr>
            <a:xfrm>
              <a:off x="9004300" y="2936275"/>
              <a:ext cx="20129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DD7C14C4-1BBE-276B-ED06-21E9C7A492B2}"/>
                </a:ext>
              </a:extLst>
            </p:cNvPr>
            <p:cNvCxnSpPr/>
            <p:nvPr/>
          </p:nvCxnSpPr>
          <p:spPr>
            <a:xfrm>
              <a:off x="9004300" y="3021593"/>
              <a:ext cx="20129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60C45A77-94E7-62AE-62CF-389E941A0782}"/>
                </a:ext>
              </a:extLst>
            </p:cNvPr>
            <p:cNvSpPr/>
            <p:nvPr/>
          </p:nvSpPr>
          <p:spPr>
            <a:xfrm>
              <a:off x="11007406" y="2936275"/>
              <a:ext cx="45719" cy="86616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4F8F22D9-647E-D37E-04DD-5A74E3F92720}"/>
                </a:ext>
              </a:extLst>
            </p:cNvPr>
            <p:cNvSpPr/>
            <p:nvPr/>
          </p:nvSpPr>
          <p:spPr>
            <a:xfrm>
              <a:off x="8981440" y="2941005"/>
              <a:ext cx="45719" cy="86616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690BA4A-D8AE-C388-567D-4F35CD576D48}"/>
              </a:ext>
            </a:extLst>
          </p:cNvPr>
          <p:cNvGrpSpPr/>
          <p:nvPr/>
        </p:nvGrpSpPr>
        <p:grpSpPr>
          <a:xfrm rot="21156730">
            <a:off x="6406028" y="3606316"/>
            <a:ext cx="1490528" cy="64954"/>
            <a:chOff x="8981440" y="2936275"/>
            <a:chExt cx="2071685" cy="91346"/>
          </a:xfrm>
        </p:grpSpPr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F53DBE2-251B-7F87-53C3-657C3116988D}"/>
                </a:ext>
              </a:extLst>
            </p:cNvPr>
            <p:cNvCxnSpPr/>
            <p:nvPr/>
          </p:nvCxnSpPr>
          <p:spPr>
            <a:xfrm>
              <a:off x="9004300" y="2936275"/>
              <a:ext cx="20129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8258850C-8572-C967-E44C-740687DEF086}"/>
                </a:ext>
              </a:extLst>
            </p:cNvPr>
            <p:cNvCxnSpPr/>
            <p:nvPr/>
          </p:nvCxnSpPr>
          <p:spPr>
            <a:xfrm>
              <a:off x="9004300" y="3021593"/>
              <a:ext cx="20129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600978C-D241-E33E-B045-A4D3A22C2799}"/>
                </a:ext>
              </a:extLst>
            </p:cNvPr>
            <p:cNvSpPr/>
            <p:nvPr/>
          </p:nvSpPr>
          <p:spPr>
            <a:xfrm>
              <a:off x="11007406" y="2936275"/>
              <a:ext cx="45719" cy="86616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56F25708-7754-44F5-D70C-094AADEC7C73}"/>
                </a:ext>
              </a:extLst>
            </p:cNvPr>
            <p:cNvSpPr/>
            <p:nvPr/>
          </p:nvSpPr>
          <p:spPr>
            <a:xfrm>
              <a:off x="8981440" y="2941005"/>
              <a:ext cx="45719" cy="86616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B78409E5-A117-1E17-99DE-9FC594CECC33}"/>
              </a:ext>
            </a:extLst>
          </p:cNvPr>
          <p:cNvCxnSpPr>
            <a:cxnSpLocks/>
            <a:stCxn id="80" idx="6"/>
            <a:endCxn id="89" idx="2"/>
          </p:cNvCxnSpPr>
          <p:nvPr/>
        </p:nvCxnSpPr>
        <p:spPr>
          <a:xfrm>
            <a:off x="2892260" y="3714862"/>
            <a:ext cx="1424333" cy="3135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7675FC14-F91D-9313-5FA4-003CDEF925FB}"/>
              </a:ext>
            </a:extLst>
          </p:cNvPr>
          <p:cNvSpPr/>
          <p:nvPr/>
        </p:nvSpPr>
        <p:spPr>
          <a:xfrm>
            <a:off x="4363805" y="3276745"/>
            <a:ext cx="98711" cy="423244"/>
          </a:xfrm>
          <a:custGeom>
            <a:avLst/>
            <a:gdLst>
              <a:gd name="connsiteX0" fmla="*/ 0 w 142887"/>
              <a:gd name="connsiteY0" fmla="*/ 0 h 428625"/>
              <a:gd name="connsiteX1" fmla="*/ 142875 w 142887"/>
              <a:gd name="connsiteY1" fmla="*/ 209550 h 428625"/>
              <a:gd name="connsiteX2" fmla="*/ 6350 w 142887"/>
              <a:gd name="connsiteY2" fmla="*/ 428625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887" h="428625">
                <a:moveTo>
                  <a:pt x="0" y="0"/>
                </a:moveTo>
                <a:cubicBezTo>
                  <a:pt x="70908" y="69056"/>
                  <a:pt x="141817" y="138113"/>
                  <a:pt x="142875" y="209550"/>
                </a:cubicBezTo>
                <a:cubicBezTo>
                  <a:pt x="143933" y="280987"/>
                  <a:pt x="75141" y="354806"/>
                  <a:pt x="6350" y="428625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97963E4F-28E0-8CF2-B035-E4C21BCFA404}"/>
              </a:ext>
            </a:extLst>
          </p:cNvPr>
          <p:cNvSpPr/>
          <p:nvPr/>
        </p:nvSpPr>
        <p:spPr>
          <a:xfrm>
            <a:off x="7893313" y="3276397"/>
            <a:ext cx="89894" cy="195181"/>
          </a:xfrm>
          <a:custGeom>
            <a:avLst/>
            <a:gdLst>
              <a:gd name="connsiteX0" fmla="*/ 0 w 142887"/>
              <a:gd name="connsiteY0" fmla="*/ 0 h 428625"/>
              <a:gd name="connsiteX1" fmla="*/ 142875 w 142887"/>
              <a:gd name="connsiteY1" fmla="*/ 209550 h 428625"/>
              <a:gd name="connsiteX2" fmla="*/ 6350 w 142887"/>
              <a:gd name="connsiteY2" fmla="*/ 428625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887" h="428625">
                <a:moveTo>
                  <a:pt x="0" y="0"/>
                </a:moveTo>
                <a:cubicBezTo>
                  <a:pt x="70908" y="69056"/>
                  <a:pt x="141817" y="138113"/>
                  <a:pt x="142875" y="209550"/>
                </a:cubicBezTo>
                <a:cubicBezTo>
                  <a:pt x="143933" y="280987"/>
                  <a:pt x="75141" y="354806"/>
                  <a:pt x="6350" y="428625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566CFB9-F1C8-6675-B37A-FEF471276943}"/>
              </a:ext>
            </a:extLst>
          </p:cNvPr>
          <p:cNvSpPr txBox="1"/>
          <p:nvPr/>
        </p:nvSpPr>
        <p:spPr>
          <a:xfrm>
            <a:off x="2258726" y="2898363"/>
            <a:ext cx="72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cs typeface="Times New Roman" panose="02020603050405020304" pitchFamily="18" charset="0"/>
              </a:rPr>
              <a:t>Natural gas well</a:t>
            </a:r>
            <a:endParaRPr lang="en-GB" sz="1200" dirty="0">
              <a:cs typeface="Times New Roman" panose="02020603050405020304" pitchFamily="18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C1E8B30-0582-0084-1096-7FB93545A636}"/>
              </a:ext>
            </a:extLst>
          </p:cNvPr>
          <p:cNvSpPr txBox="1"/>
          <p:nvPr/>
        </p:nvSpPr>
        <p:spPr>
          <a:xfrm>
            <a:off x="2354879" y="1023812"/>
            <a:ext cx="1663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cs typeface="Times New Roman" panose="02020603050405020304" pitchFamily="18" charset="0"/>
              </a:rPr>
              <a:t>Offshore</a:t>
            </a:r>
            <a:r>
              <a:rPr lang="en-GB" sz="1200" dirty="0">
                <a:cs typeface="Times New Roman" panose="02020603050405020304" pitchFamily="18" charset="0"/>
              </a:rPr>
              <a:t> wind farm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466571C-79BC-474D-B5CF-38B3FD56ED7B}"/>
              </a:ext>
            </a:extLst>
          </p:cNvPr>
          <p:cNvSpPr txBox="1"/>
          <p:nvPr/>
        </p:nvSpPr>
        <p:spPr>
          <a:xfrm>
            <a:off x="2354879" y="619867"/>
            <a:ext cx="1663333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altLang="zh-CN" sz="1600" b="1" dirty="0">
                <a:solidFill>
                  <a:srgbClr val="C00000"/>
                </a:solidFill>
                <a:cs typeface="Times New Roman" panose="02020603050405020304" pitchFamily="18" charset="0"/>
              </a:rPr>
              <a:t>Offshore</a:t>
            </a:r>
            <a:endParaRPr lang="en-GB" sz="1600" b="1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195E280-4A4F-BC63-F024-9C23D4281556}"/>
              </a:ext>
            </a:extLst>
          </p:cNvPr>
          <p:cNvSpPr txBox="1"/>
          <p:nvPr/>
        </p:nvSpPr>
        <p:spPr>
          <a:xfrm>
            <a:off x="4826683" y="619867"/>
            <a:ext cx="457131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altLang="zh-CN" sz="1600" b="1" dirty="0">
                <a:solidFill>
                  <a:srgbClr val="C00000"/>
                </a:solidFill>
                <a:cs typeface="Times New Roman" panose="02020603050405020304" pitchFamily="18" charset="0"/>
              </a:rPr>
              <a:t>Onshore</a:t>
            </a:r>
            <a:endParaRPr lang="en-GB" sz="1600" b="1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9E245C1-B42C-197F-33A2-873446A3C90A}"/>
              </a:ext>
            </a:extLst>
          </p:cNvPr>
          <p:cNvSpPr txBox="1"/>
          <p:nvPr/>
        </p:nvSpPr>
        <p:spPr>
          <a:xfrm>
            <a:off x="8412777" y="1697528"/>
            <a:ext cx="1397941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altLang="zh-CN" sz="1600" b="1" dirty="0">
                <a:cs typeface="Times New Roman" panose="02020603050405020304" pitchFamily="18" charset="0"/>
              </a:rPr>
              <a:t>Electricity network</a:t>
            </a:r>
            <a:endParaRPr lang="en-GB" sz="1600" b="1" dirty="0">
              <a:cs typeface="Times New Roman" panose="02020603050405020304" pitchFamily="18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2FE26E6-6469-65FA-8285-01FA236B4BC0}"/>
              </a:ext>
            </a:extLst>
          </p:cNvPr>
          <p:cNvSpPr txBox="1"/>
          <p:nvPr/>
        </p:nvSpPr>
        <p:spPr>
          <a:xfrm>
            <a:off x="8412777" y="3492497"/>
            <a:ext cx="1397941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altLang="zh-CN" sz="1600" b="1" dirty="0">
                <a:cs typeface="Times New Roman" panose="02020603050405020304" pitchFamily="18" charset="0"/>
              </a:rPr>
              <a:t>Gas</a:t>
            </a:r>
          </a:p>
          <a:p>
            <a:pPr algn="ctr"/>
            <a:r>
              <a:rPr lang="en-GB" altLang="zh-CN" sz="1600" b="1" dirty="0">
                <a:cs typeface="Times New Roman" panose="02020603050405020304" pitchFamily="18" charset="0"/>
              </a:rPr>
              <a:t> network</a:t>
            </a:r>
            <a:endParaRPr lang="en-GB" sz="1600" b="1" dirty="0">
              <a:cs typeface="Times New Roman" panose="02020603050405020304" pitchFamily="18" charset="0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8E93C390-044E-6AE4-1929-158AD502D1AF}"/>
              </a:ext>
            </a:extLst>
          </p:cNvPr>
          <p:cNvGrpSpPr/>
          <p:nvPr/>
        </p:nvGrpSpPr>
        <p:grpSpPr>
          <a:xfrm>
            <a:off x="2423127" y="4317161"/>
            <a:ext cx="6989478" cy="364611"/>
            <a:chOff x="2423127" y="4317161"/>
            <a:chExt cx="6989478" cy="364611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A210F2FA-195D-65B1-0460-138B027171A3}"/>
                </a:ext>
              </a:extLst>
            </p:cNvPr>
            <p:cNvGrpSpPr/>
            <p:nvPr/>
          </p:nvGrpSpPr>
          <p:grpSpPr>
            <a:xfrm>
              <a:off x="2485073" y="4360967"/>
              <a:ext cx="1362075" cy="276999"/>
              <a:chOff x="2919413" y="4384045"/>
              <a:chExt cx="1362075" cy="276999"/>
            </a:xfrm>
          </p:grpSpPr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AD46DCE0-CA4E-ECF9-5882-1752AF891F8F}"/>
                  </a:ext>
                </a:extLst>
              </p:cNvPr>
              <p:cNvSpPr txBox="1"/>
              <p:nvPr/>
            </p:nvSpPr>
            <p:spPr>
              <a:xfrm>
                <a:off x="3136913" y="4384045"/>
                <a:ext cx="11445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cs typeface="Times New Roman" panose="02020603050405020304" pitchFamily="18" charset="0"/>
                  </a:rPr>
                  <a:t>Electricity flow</a:t>
                </a:r>
                <a:endParaRPr lang="en-GB" sz="1200" dirty="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FE4607B0-130A-B700-9342-36277538E0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9413" y="4520903"/>
                <a:ext cx="237961" cy="0"/>
              </a:xfrm>
              <a:prstGeom prst="straightConnector1">
                <a:avLst/>
              </a:prstGeom>
              <a:ln w="127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C2043CD9-C366-CCB7-3C99-16F930758F4B}"/>
                </a:ext>
              </a:extLst>
            </p:cNvPr>
            <p:cNvGrpSpPr/>
            <p:nvPr/>
          </p:nvGrpSpPr>
          <p:grpSpPr>
            <a:xfrm>
              <a:off x="3824692" y="4360967"/>
              <a:ext cx="1445363" cy="276999"/>
              <a:chOff x="4328988" y="4384045"/>
              <a:chExt cx="1445363" cy="276999"/>
            </a:xfrm>
          </p:grpSpPr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2AAD16C4-589C-2918-CE93-ABD917EA2D75}"/>
                  </a:ext>
                </a:extLst>
              </p:cNvPr>
              <p:cNvSpPr txBox="1"/>
              <p:nvPr/>
            </p:nvSpPr>
            <p:spPr>
              <a:xfrm>
                <a:off x="4546488" y="4384045"/>
                <a:ext cx="12278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cs typeface="Times New Roman" panose="02020603050405020304" pitchFamily="18" charset="0"/>
                  </a:rPr>
                  <a:t>Natural gas flow</a:t>
                </a:r>
                <a:endParaRPr lang="en-GB" sz="1200" dirty="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7834C41B-056D-62F5-B9C7-572A85D9A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8988" y="4520903"/>
                <a:ext cx="237961" cy="0"/>
              </a:xfrm>
              <a:prstGeom prst="straightConnector1">
                <a:avLst/>
              </a:prstGeom>
              <a:ln w="127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A378F52-C5F7-BD9F-4E4F-B577F8E430D6}"/>
                </a:ext>
              </a:extLst>
            </p:cNvPr>
            <p:cNvGrpSpPr/>
            <p:nvPr/>
          </p:nvGrpSpPr>
          <p:grpSpPr>
            <a:xfrm>
              <a:off x="5247599" y="4360967"/>
              <a:ext cx="1362777" cy="276999"/>
              <a:chOff x="4328988" y="4384045"/>
              <a:chExt cx="1362777" cy="276999"/>
            </a:xfrm>
          </p:grpSpPr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0558FDAD-54DF-1AF1-91F8-2DA86EE42B9E}"/>
                  </a:ext>
                </a:extLst>
              </p:cNvPr>
              <p:cNvSpPr txBox="1"/>
              <p:nvPr/>
            </p:nvSpPr>
            <p:spPr>
              <a:xfrm>
                <a:off x="4546489" y="4384045"/>
                <a:ext cx="11452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cs typeface="Times New Roman" panose="02020603050405020304" pitchFamily="18" charset="0"/>
                  </a:rPr>
                  <a:t>Hydrogen flow</a:t>
                </a:r>
                <a:endParaRPr lang="en-GB" sz="1200" dirty="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CA38F6CA-1DD6-C084-E794-E276EC0E4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8988" y="4520903"/>
                <a:ext cx="237961" cy="0"/>
              </a:xfrm>
              <a:prstGeom prst="straightConnector1">
                <a:avLst/>
              </a:prstGeom>
              <a:ln w="12700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4BCE65C4-B1E8-67FA-02DF-A060BF079205}"/>
                </a:ext>
              </a:extLst>
            </p:cNvPr>
            <p:cNvGrpSpPr/>
            <p:nvPr/>
          </p:nvGrpSpPr>
          <p:grpSpPr>
            <a:xfrm>
              <a:off x="6587920" y="4360967"/>
              <a:ext cx="1362777" cy="276999"/>
              <a:chOff x="4328988" y="4384045"/>
              <a:chExt cx="1362777" cy="276999"/>
            </a:xfrm>
          </p:grpSpPr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3D4284FF-8EDB-2E7D-C771-7AEB68BDAF1A}"/>
                  </a:ext>
                </a:extLst>
              </p:cNvPr>
              <p:cNvSpPr txBox="1"/>
              <p:nvPr/>
            </p:nvSpPr>
            <p:spPr>
              <a:xfrm>
                <a:off x="4546489" y="4384045"/>
                <a:ext cx="11452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cs typeface="Times New Roman" panose="02020603050405020304" pitchFamily="18" charset="0"/>
                  </a:rPr>
                  <a:t>Methane flow</a:t>
                </a:r>
                <a:endParaRPr lang="en-GB" sz="1200" dirty="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F4D97519-E0BC-BAA2-F7B2-9A13800174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8988" y="4520903"/>
                <a:ext cx="237961" cy="0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62317AF1-B8DF-5367-D1CC-C9EF997306DE}"/>
                </a:ext>
              </a:extLst>
            </p:cNvPr>
            <p:cNvGrpSpPr/>
            <p:nvPr/>
          </p:nvGrpSpPr>
          <p:grpSpPr>
            <a:xfrm>
              <a:off x="7928241" y="4360967"/>
              <a:ext cx="1484364" cy="276999"/>
              <a:chOff x="4328988" y="4384045"/>
              <a:chExt cx="1484364" cy="276999"/>
            </a:xfrm>
          </p:grpSpPr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08FDC66C-1BFD-474D-1A20-195E6432F049}"/>
                  </a:ext>
                </a:extLst>
              </p:cNvPr>
              <p:cNvSpPr txBox="1"/>
              <p:nvPr/>
            </p:nvSpPr>
            <p:spPr>
              <a:xfrm>
                <a:off x="4546489" y="4384045"/>
                <a:ext cx="12668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cs typeface="Times New Roman" panose="02020603050405020304" pitchFamily="18" charset="0"/>
                  </a:rPr>
                  <a:t>Gas mixture flow</a:t>
                </a:r>
                <a:endParaRPr lang="en-GB" sz="1200" dirty="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78E21162-1859-366D-6FC7-6EC4003BE0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8988" y="4520903"/>
                <a:ext cx="237961" cy="0"/>
              </a:xfrm>
              <a:prstGeom prst="straightConnector1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4147763F-182E-8FF4-9490-EBCDFF45533C}"/>
                </a:ext>
              </a:extLst>
            </p:cNvPr>
            <p:cNvSpPr/>
            <p:nvPr/>
          </p:nvSpPr>
          <p:spPr>
            <a:xfrm>
              <a:off x="2423127" y="4317161"/>
              <a:ext cx="6974874" cy="364611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5298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414</Words>
  <Application>Microsoft Office PowerPoint</Application>
  <PresentationFormat>Widescreen</PresentationFormat>
  <Paragraphs>241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Sheng Wang</dc:creator>
  <cp:lastModifiedBy>王盛</cp:lastModifiedBy>
  <cp:revision>1</cp:revision>
  <dcterms:created xsi:type="dcterms:W3CDTF">2024-07-13T18:02:04Z</dcterms:created>
  <dcterms:modified xsi:type="dcterms:W3CDTF">2025-02-12T16:52:36Z</dcterms:modified>
</cp:coreProperties>
</file>